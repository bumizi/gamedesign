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"/>
  </p:notesMasterIdLst>
  <p:sldIdLst>
    <p:sldId id="335" r:id="rId2"/>
  </p:sldIdLst>
  <p:sldSz cx="12192000" cy="6858000"/>
  <p:notesSz cx="6858000" cy="9144000"/>
  <p:embeddedFontLst>
    <p:embeddedFont>
      <p:font typeface="맑은 고딕" panose="020B0503020000020004" pitchFamily="50" charset="-127"/>
      <p:regular r:id="rId4"/>
      <p:bold r:id="rId5"/>
    </p:embeddedFont>
    <p:embeddedFont>
      <p:font typeface="Rockwell Extra Bold" panose="02060903040505020403" pitchFamily="18" charset="0"/>
      <p:bold r:id="rId6"/>
    </p:embeddedFont>
    <p:embeddedFont>
      <p:font typeface="휴먼모음T" panose="02030504000101010101" pitchFamily="18" charset="-127"/>
      <p:regular r:id="rId7"/>
    </p:embeddedFont>
    <p:embeddedFont>
      <p:font typeface="Segoe UI Symbol" panose="020B0502040204020203" pitchFamily="34" charset="0"/>
      <p:regular r:id="rId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>
      <p:ext uri="{19B8F6BF-5375-455C-9EA6-DF929625EA0E}">
        <p15:presenceInfo xmlns:p15="http://schemas.microsoft.com/office/powerpoint/2012/main" userId="Windows 사용자" providerId="None"/>
      </p:ext>
    </p:extLst>
  </p:cmAuthor>
  <p:cmAuthor id="2" name="user" initials="u" lastIdx="19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100A"/>
    <a:srgbClr val="9D1D13"/>
    <a:srgbClr val="000000"/>
    <a:srgbClr val="660066"/>
    <a:srgbClr val="FB4343"/>
    <a:srgbClr val="F765AE"/>
    <a:srgbClr val="0BC10F"/>
    <a:srgbClr val="88B6E0"/>
    <a:srgbClr val="8EB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4660" autoAdjust="0"/>
  </p:normalViewPr>
  <p:slideViewPr>
    <p:cSldViewPr snapToGrid="0">
      <p:cViewPr varScale="1">
        <p:scale>
          <a:sx n="115" d="100"/>
          <a:sy n="115" d="100"/>
        </p:scale>
        <p:origin x="64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2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EB80D-BC7F-423F-9B95-3633B0A8F55B}" type="datetimeFigureOut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4FA5D-5FE6-4026-B2CA-93DADBB0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4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AB0CA-3A26-4F16-8C8D-1B3625A31A00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83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85CB9-AAEC-4501-983B-23D9B3A40981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1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E8F3-BBC3-4016-B12E-DEE91B8C70D1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9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834B-F951-4846-895A-0477317BA5B4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8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590D-5B44-4A15-A6FA-238D48DB53C8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26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2041-A6D6-4EAF-81C3-6AF3590D9B2E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55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31DD-6728-4529-B4AC-150F5EA6CDA5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43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BC3E-02B2-4BA3-88C6-D876B9132BEE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9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F1B8-4AB0-450E-BA30-A393CBEEE0B9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15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5077E-4D09-4D7F-AED2-3ECFB52B4B2F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5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BD64-D2A7-4DBC-9C22-C35FF2171F88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1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84D16-1F4A-4F5E-B3BB-0CA00F5D809F}" type="datetime1">
              <a:rPr lang="ko-KR" altLang="en-US" smtClean="0"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8FB6C-4300-4EF3-AEA9-23A98D8A74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80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66255" y="301626"/>
            <a:ext cx="5810596" cy="2990957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0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6234544" y="276688"/>
            <a:ext cx="5791199" cy="2990957"/>
          </a:xfrm>
          <a:prstGeom prst="roundRect">
            <a:avLst/>
          </a:prstGeom>
          <a:solidFill>
            <a:schemeClr val="accent6">
              <a:lumMod val="75000"/>
              <a:alpha val="6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66255" y="3542846"/>
            <a:ext cx="5810596" cy="299095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60000"/>
            </a:schemeClr>
          </a:solidFill>
          <a:ln w="762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6234544" y="3542846"/>
            <a:ext cx="5791200" cy="2990957"/>
          </a:xfrm>
          <a:prstGeom prst="roundRect">
            <a:avLst/>
          </a:prstGeom>
          <a:solidFill>
            <a:srgbClr val="FB4343">
              <a:alpha val="60000"/>
            </a:srgbClr>
          </a:solidFill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정오각형 18"/>
          <p:cNvSpPr/>
          <p:nvPr/>
        </p:nvSpPr>
        <p:spPr>
          <a:xfrm>
            <a:off x="5120640" y="2581596"/>
            <a:ext cx="1970115" cy="1471852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170754" y="3029806"/>
            <a:ext cx="1869888" cy="8156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 i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ockwell Extra Bold" panose="02060903040505020403" pitchFamily="18" charset="0"/>
                <a:ea typeface="Segoe UI Symbol" panose="020B0502040204020203" pitchFamily="34" charset="0"/>
              </a:rPr>
              <a:t>Dungeon</a:t>
            </a:r>
          </a:p>
          <a:p>
            <a:pPr algn="ctr"/>
            <a:r>
              <a:rPr lang="en-US" altLang="ko-KR" sz="2400" b="1" i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ockwell Extra Bold" panose="02060903040505020403" pitchFamily="18" charset="0"/>
                <a:ea typeface="Segoe UI Symbol" panose="020B0502040204020203" pitchFamily="34" charset="0"/>
              </a:rPr>
              <a:t>Saver</a:t>
            </a:r>
            <a:endParaRPr lang="ko-KR" altLang="en-US" sz="2400" b="1" i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37" y="4297464"/>
            <a:ext cx="1127615" cy="112761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092" y="1130932"/>
            <a:ext cx="839586" cy="8395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3978" y="2148754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적을 아군으로 만드는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en-US" altLang="ko-KR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‘</a:t>
            </a:r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정화</a:t>
            </a:r>
            <a:r>
              <a:rPr lang="en-US" altLang="ko-KR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’</a:t>
            </a:r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시스템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097321" y="2171472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필요에 따라 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원하는 몬스터를 수집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51373" y="2171472"/>
            <a:ext cx="1861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아군 몬스터로 활용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1638513" y="494538"/>
            <a:ext cx="2767232" cy="419991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675374" y="523142"/>
            <a:ext cx="279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 smtClean="0">
                <a:solidFill>
                  <a:schemeClr val="bg1">
                    <a:lumMod val="95000"/>
                  </a:schemeClr>
                </a:solidFill>
              </a:rPr>
              <a:t>적 몬스터를 내 편으로</a:t>
            </a:r>
            <a:r>
              <a:rPr lang="en-US" altLang="ko-KR" b="1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b="1" i="1" dirty="0" smtClean="0">
                <a:solidFill>
                  <a:schemeClr val="bg1">
                    <a:lumMod val="95000"/>
                  </a:schemeClr>
                </a:solidFill>
              </a:rPr>
              <a:t>!</a:t>
            </a:r>
            <a:endParaRPr lang="ko-KR" altLang="en-US" b="1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7533187" y="469208"/>
            <a:ext cx="2841571" cy="419991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7918121" y="3732820"/>
            <a:ext cx="2629092" cy="419991"/>
          </a:xfrm>
          <a:prstGeom prst="roundRect">
            <a:avLst/>
          </a:prstGeom>
          <a:solidFill>
            <a:srgbClr val="5E100A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02283" y="3708183"/>
            <a:ext cx="3076177" cy="419991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454243" y="2033006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281882" y="2023481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4141638" y="2031993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565963" y="494538"/>
            <a:ext cx="2767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 smtClean="0">
                <a:solidFill>
                  <a:schemeClr val="bg1"/>
                </a:solidFill>
              </a:rPr>
              <a:t>개성 있는 용사와 몬스터</a:t>
            </a:r>
            <a:endParaRPr lang="ko-KR" altLang="en-US" b="1" i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7923" y="3755538"/>
            <a:ext cx="244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 err="1" smtClean="0">
                <a:solidFill>
                  <a:schemeClr val="bg1"/>
                </a:solidFill>
              </a:rPr>
              <a:t>로그라이크</a:t>
            </a:r>
            <a:r>
              <a:rPr lang="ko-KR" altLang="en-US" b="1" i="1" dirty="0" smtClean="0">
                <a:solidFill>
                  <a:schemeClr val="bg1"/>
                </a:solidFill>
              </a:rPr>
              <a:t> 던전 탐험</a:t>
            </a:r>
            <a:endParaRPr lang="ko-KR" altLang="en-US" b="1" i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57932" y="3736388"/>
            <a:ext cx="273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 smtClean="0">
                <a:solidFill>
                  <a:schemeClr val="bg1"/>
                </a:solidFill>
              </a:rPr>
              <a:t>턴 전투와 다채로운 전략</a:t>
            </a:r>
            <a:endParaRPr lang="ko-KR" altLang="en-US" b="1" i="1" dirty="0">
              <a:solidFill>
                <a:schemeClr val="bg1"/>
              </a:solidFill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997" y="1120751"/>
            <a:ext cx="740711" cy="740711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745" y="1077769"/>
            <a:ext cx="902618" cy="826677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9810" y="1130932"/>
            <a:ext cx="731833" cy="73183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01147" y="2146743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플레이어의 분신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en-US" altLang="ko-KR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‘</a:t>
            </a:r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용사</a:t>
            </a:r>
            <a:r>
              <a:rPr lang="en-US" altLang="ko-KR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’</a:t>
            </a:r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캐릭터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34490" y="2169461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던전에 도사리는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다양한 몬스터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88542" y="2169461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앞을 가로막는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강력한 보스 몬스터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591412" y="2030995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8419051" y="2021470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10278807" y="2029982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313" y="1194100"/>
            <a:ext cx="682194" cy="682194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36" y="1194100"/>
            <a:ext cx="710092" cy="71009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63978" y="5470378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턴 방식을 이용한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전략 전투 플레이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97321" y="5493096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용사와 몬스터가 지닌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고유한 특성과 능력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951373" y="5493096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다양한 변수를 고려한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전략</a:t>
            </a:r>
            <a:r>
              <a:rPr lang="en-US" altLang="ko-KR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·</a:t>
            </a:r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전술 플레이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454243" y="5354630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281882" y="5345105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4141638" y="5353617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6401147" y="5460880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던전을 탐험하여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마왕을 물리치자 </a:t>
            </a:r>
            <a:r>
              <a:rPr lang="en-US" altLang="ko-KR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!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34490" y="5483598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매번 바뀌는 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던전 구조와 몬스터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088542" y="5483598"/>
            <a:ext cx="1861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플레이어 사망에 따른</a:t>
            </a:r>
            <a:endParaRPr lang="en-US" altLang="ko-KR" sz="1300" dirty="0" smtClean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/>
            <a:r>
              <a:rPr lang="ko-KR" altLang="en-US" sz="1300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게임의 초기화</a:t>
            </a:r>
            <a:endParaRPr lang="ko-KR" altLang="en-US" sz="13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591412" y="5345132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/>
          <p:cNvSpPr/>
          <p:nvPr/>
        </p:nvSpPr>
        <p:spPr>
          <a:xfrm>
            <a:off x="8419051" y="5335607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10278807" y="5344119"/>
            <a:ext cx="148049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826" y="4471212"/>
            <a:ext cx="780118" cy="780118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552" y="4506226"/>
            <a:ext cx="713995" cy="713995"/>
          </a:xfrm>
          <a:prstGeom prst="rect">
            <a:avLst/>
          </a:prstGeom>
        </p:spPr>
      </p:pic>
      <p:pic>
        <p:nvPicPr>
          <p:cNvPr id="89" name="그림 88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551" y="4369934"/>
            <a:ext cx="884215" cy="884215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142" y="4450130"/>
            <a:ext cx="769742" cy="769742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750" y="4456653"/>
            <a:ext cx="764607" cy="76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03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12230</TotalTime>
  <Words>82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Rockwell Extra Bold</vt:lpstr>
      <vt:lpstr>Arial</vt:lpstr>
      <vt:lpstr>휴먼모음T</vt:lpstr>
      <vt:lpstr>Segoe UI Symbol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YEONGBEOM KIM</dc:creator>
  <cp:lastModifiedBy>Windows 사용자</cp:lastModifiedBy>
  <cp:revision>766</cp:revision>
  <dcterms:created xsi:type="dcterms:W3CDTF">2017-06-15T12:10:59Z</dcterms:created>
  <dcterms:modified xsi:type="dcterms:W3CDTF">2019-03-17T18:45:17Z</dcterms:modified>
</cp:coreProperties>
</file>