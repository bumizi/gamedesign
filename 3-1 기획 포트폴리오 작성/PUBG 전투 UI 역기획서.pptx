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2"/>
  </p:notesMasterIdLst>
  <p:sldIdLst>
    <p:sldId id="258" r:id="rId2"/>
    <p:sldId id="263" r:id="rId3"/>
    <p:sldId id="266" r:id="rId4"/>
    <p:sldId id="264" r:id="rId5"/>
    <p:sldId id="265" r:id="rId6"/>
    <p:sldId id="267" r:id="rId7"/>
    <p:sldId id="268" r:id="rId8"/>
    <p:sldId id="269" r:id="rId9"/>
    <p:sldId id="270" r:id="rId10"/>
    <p:sldId id="271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48" autoAdjust="0"/>
    <p:restoredTop sz="94660"/>
  </p:normalViewPr>
  <p:slideViewPr>
    <p:cSldViewPr snapToGrid="0">
      <p:cViewPr varScale="1">
        <p:scale>
          <a:sx n="86" d="100"/>
          <a:sy n="86" d="100"/>
        </p:scale>
        <p:origin x="-210" y="-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B49F3D-8A57-43DD-A757-DD94CEE66A95}" type="datetimeFigureOut">
              <a:rPr lang="ko-KR" altLang="en-US" smtClean="0"/>
              <a:t>2019-05-13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9D354-F42C-4D9A-B07B-D149DDF95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62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C4B5A23-C81F-4AF5-A748-1D1EE9350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26F8B85E-9692-4475-9B5C-3E3DB5D888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C005B73-604A-4AB5-8137-DDC71FB76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4AC02-6366-4543-ACE0-490F6AFC929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657B5ED-EDEA-4726-A63A-ABCD88DDA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561B83-F1A6-46DA-BD34-3B375CB3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492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2AFF599-F9A5-411F-BFB9-C4FB2A3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93CECED-CCAF-4DDD-B539-F3AF15540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C0C8BE3-B2E2-4859-8481-2ADA01A44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D272F-33BA-4C74-B876-F2EA41DFF73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288CDC39-E89C-42A8-9B52-C7D6DAC2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1B28C08-4C0A-48B8-A2D2-41A018AB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534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CB24B900-D8B5-4B2F-9A9B-DAFD43923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46D0AAEF-5449-4C97-B530-902BE63F1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98CE2F0-2D83-432D-AAAB-53B7BDADB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B5F42-93B9-4AE7-BBC8-83DACB8319F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F14A1FD5-451B-4844-91B8-CAAD13002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C4FCB56-5F29-4966-828B-6F12C897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096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7A8BCA9-CCD6-4662-A75A-29683674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DB64179-D214-4078-BA5F-DFCB5B7AB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B1779CDF-61C0-406A-811C-6499DEFD4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AE2950D3-3FB5-4335-966B-7606E354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85B76-7806-4CC3-8B8C-EBAED68E004F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6EA6937B-7D55-49EA-B7A1-89529F5A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B794612-C908-4F25-B9A3-09427AE3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611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3F3C1362-BBA7-4D01-B788-14FDB950E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65AC57B0-4E1F-4D85-8918-3867A4BE7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E57D204-8AC0-4D04-AEF3-91D211206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695EB064-60AB-4FE5-AF06-C9FE48BB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79DB6808-33C3-4B13-8365-0D85B8DD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9C2640C7-3844-4222-AC6F-AB4902A4D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3526E-4356-41AB-863E-484F5DD0E20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61889AA5-8486-41FD-8413-A10122960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72CBBB2D-B216-4BCD-8B81-731C681C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988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6649871-FAAA-407D-9245-5C61A8E3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3A38A7DA-9D13-4BB7-ADE4-F35E84E3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05871-C335-4457-8D24-BB9E092F69B9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43FEE6E1-89D7-49AE-A816-C7B25C1D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516B1AE1-FDC9-44CA-9C12-53013C08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9009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5ACA46-7E3A-4F54-B5C7-2D501C805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A0430-33F4-4CC5-9AEC-861228FFEC26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3A6C4713-7972-4FE4-B6C4-CD4F252F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7D64F96C-A2F1-409B-B68C-BE3C8992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46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C113D69A-09A1-4C99-B3A6-6FFAF00F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EA0AD2F4-8A1D-4D48-B8E0-B0A9F378B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1F2D0DD9-6BA7-496D-AB88-10339921C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EE604958-49B0-4000-9AE8-1A82649DB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60F60-F2C3-4201-8F80-8B50251C37B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5A224506-57FE-4AE4-915B-1BCF662C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106D5D81-A0DA-465B-9DDB-DA44E7CFA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77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BD983AA-0F4A-45E5-9631-DE95D374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4E327D0E-1174-49F8-B6E6-ED9C4C24CC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09C250D-0505-42BE-A5E8-7419DF44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1BEAFD8E-9839-4C72-8762-8562A916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9D9C8-EE62-4186-8042-55E39FA4CDFD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9BFA4037-6B16-4DCF-B42A-04CA1505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F41A69A5-76C9-4317-9EA8-5195D125D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23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39E36BD6-A4CF-4B25-AB1E-5125329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8749623F-E56B-4F2D-8C1B-7FE5A6708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38878DC-1F89-454E-8C22-21927454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A95F9-FEC0-46BF-80AA-01DC38917C1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9C32D40-FC59-4599-8DB0-4EDB5515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C4BECE70-0B94-4918-8A6B-CE318F7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1CC509A6-106F-4F30-B678-2B05478C0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4728D6E4-1D89-4B38-BBBD-0F0516981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C995D7F-87F4-4EAE-B067-A371E5D3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8A44C-DB12-4F62-AD8F-32C2DBCE715B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56F322D-4B78-410F-883C-30640F0A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8A676F9-DE6E-4CF9-8A5F-C636669B6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239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E67ADECC-9799-4216-9862-AA5ADA4C8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247C8BE3-DBC3-496D-978E-EEAF27BD1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EA01D7B-4D81-4C57-A818-0D2B635AD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9E5E5-153C-49AA-BC4E-27CD0ADFC09E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2019-05-13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5504206-C714-4A83-8AB2-390F6A4DB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C61C595-D0A5-4894-99F9-5A8A1E009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708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ë°°íê·¸ë¼ì´ëì ëí ì´ë¯¸ì§ ê²ìê²°ê³¼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70" y="246196"/>
            <a:ext cx="3635027" cy="1698981"/>
          </a:xfrm>
          <a:prstGeom prst="rect">
            <a:avLst/>
          </a:prstGeom>
          <a:noFill/>
          <a:effectLst>
            <a:reflection stA="50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직사각형 43">
            <a:extLst>
              <a:ext uri="{FF2B5EF4-FFF2-40B4-BE49-F238E27FC236}">
                <a16:creationId xmlns:a16="http://schemas.microsoft.com/office/drawing/2014/main" xmlns="" id="{D8241E59-0646-41EB-8ED0-090409856B7D}"/>
              </a:ext>
            </a:extLst>
          </p:cNvPr>
          <p:cNvSpPr/>
          <p:nvPr/>
        </p:nvSpPr>
        <p:spPr>
          <a:xfrm>
            <a:off x="0" y="3329431"/>
            <a:ext cx="12192000" cy="1301188"/>
          </a:xfrm>
          <a:prstGeom prst="rect">
            <a:avLst/>
          </a:prstGeom>
          <a:solidFill>
            <a:srgbClr val="181E2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555745" y="1761599"/>
            <a:ext cx="58265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2400" b="1" i="1" kern="0" dirty="0" smtClean="0">
                <a:solidFill>
                  <a:srgbClr val="FFC000"/>
                </a:solidFill>
              </a:rPr>
              <a:t>PLAYERUNKNOWN’S BATTLEGROUND</a:t>
            </a: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2400" b="1" kern="0" dirty="0" smtClean="0">
                <a:solidFill>
                  <a:prstClr val="white"/>
                </a:solidFill>
              </a:rPr>
              <a:t>전투 </a:t>
            </a:r>
            <a:r>
              <a:rPr lang="en-US" altLang="ko-KR" sz="2400" b="1" kern="0" dirty="0" smtClean="0">
                <a:solidFill>
                  <a:prstClr val="white"/>
                </a:solidFill>
              </a:rPr>
              <a:t>UI </a:t>
            </a:r>
            <a:r>
              <a:rPr lang="ko-KR" altLang="en-US" sz="2400" b="1" kern="0" dirty="0" err="1" smtClean="0">
                <a:solidFill>
                  <a:prstClr val="white"/>
                </a:solidFill>
              </a:rPr>
              <a:t>역기획서</a:t>
            </a:r>
            <a:endParaRPr lang="en-US" altLang="ko-KR" sz="3200" b="1" kern="0" dirty="0">
              <a:solidFill>
                <a:prstClr val="white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2431709" y="2010983"/>
            <a:ext cx="45719" cy="784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2656152" y="3465515"/>
            <a:ext cx="372221" cy="372221"/>
            <a:chOff x="4110879" y="3817205"/>
            <a:chExt cx="276225" cy="276225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xmlns="" id="{D8241E59-0646-41EB-8ED0-090409856B7D}"/>
                </a:ext>
              </a:extLst>
            </p:cNvPr>
            <p:cNvSpPr/>
            <p:nvPr/>
          </p:nvSpPr>
          <p:spPr>
            <a:xfrm>
              <a:off x="4110879" y="3817205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xmlns="" id="{C4F9A130-FA06-4C64-B9C8-AF00295A3700}"/>
                </a:ext>
              </a:extLst>
            </p:cNvPr>
            <p:cNvSpPr>
              <a:spLocks noEditPoints="1"/>
            </p:cNvSpPr>
            <p:nvPr/>
          </p:nvSpPr>
          <p:spPr bwMode="auto">
            <a:xfrm flipH="1">
              <a:off x="4181795" y="3892653"/>
              <a:ext cx="111637" cy="137059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600">
                <a:solidFill>
                  <a:prstClr val="black"/>
                </a:solidFill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2656152" y="4090990"/>
            <a:ext cx="372221" cy="372221"/>
            <a:chOff x="4110879" y="4322030"/>
            <a:chExt cx="276225" cy="276225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xmlns="" id="{D8241E59-0646-41EB-8ED0-090409856B7D}"/>
                </a:ext>
              </a:extLst>
            </p:cNvPr>
            <p:cNvSpPr/>
            <p:nvPr/>
          </p:nvSpPr>
          <p:spPr>
            <a:xfrm>
              <a:off x="4110879" y="4322030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grpSp>
          <p:nvGrpSpPr>
            <p:cNvPr id="38" name="Group 20">
              <a:extLst>
                <a:ext uri="{FF2B5EF4-FFF2-40B4-BE49-F238E27FC236}">
                  <a16:creationId xmlns:a16="http://schemas.microsoft.com/office/drawing/2014/main" xmlns="" id="{1C7089A4-20D7-4AF1-BE6E-531433FE9E6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200844" y="4384003"/>
              <a:ext cx="111637" cy="152278"/>
              <a:chOff x="2597" y="4163"/>
              <a:chExt cx="217" cy="296"/>
            </a:xfrm>
            <a:solidFill>
              <a:schemeClr val="bg1"/>
            </a:solidFill>
          </p:grpSpPr>
          <p:sp>
            <p:nvSpPr>
              <p:cNvPr id="39" name="Freeform 22">
                <a:extLst>
                  <a:ext uri="{FF2B5EF4-FFF2-40B4-BE49-F238E27FC236}">
                    <a16:creationId xmlns:a16="http://schemas.microsoft.com/office/drawing/2014/main" xmlns="" id="{4FD96A79-3125-4B4D-9D0F-5318695145E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30" y="4163"/>
                <a:ext cx="151" cy="176"/>
              </a:xfrm>
              <a:custGeom>
                <a:avLst/>
                <a:gdLst>
                  <a:gd name="T0" fmla="*/ 410 w 1662"/>
                  <a:gd name="T1" fmla="*/ 645 h 1942"/>
                  <a:gd name="T2" fmla="*/ 309 w 1662"/>
                  <a:gd name="T3" fmla="*/ 847 h 1942"/>
                  <a:gd name="T4" fmla="*/ 255 w 1662"/>
                  <a:gd name="T5" fmla="*/ 1023 h 1942"/>
                  <a:gd name="T6" fmla="*/ 263 w 1662"/>
                  <a:gd name="T7" fmla="*/ 1206 h 1942"/>
                  <a:gd name="T8" fmla="*/ 347 w 1662"/>
                  <a:gd name="T9" fmla="*/ 1429 h 1942"/>
                  <a:gd name="T10" fmla="*/ 476 w 1662"/>
                  <a:gd name="T11" fmla="*/ 1620 h 1942"/>
                  <a:gd name="T12" fmla="*/ 638 w 1662"/>
                  <a:gd name="T13" fmla="*/ 1753 h 1942"/>
                  <a:gd name="T14" fmla="*/ 825 w 1662"/>
                  <a:gd name="T15" fmla="*/ 1803 h 1942"/>
                  <a:gd name="T16" fmla="*/ 1013 w 1662"/>
                  <a:gd name="T17" fmla="*/ 1753 h 1942"/>
                  <a:gd name="T18" fmla="*/ 1176 w 1662"/>
                  <a:gd name="T19" fmla="*/ 1619 h 1942"/>
                  <a:gd name="T20" fmla="*/ 1305 w 1662"/>
                  <a:gd name="T21" fmla="*/ 1428 h 1942"/>
                  <a:gd name="T22" fmla="*/ 1388 w 1662"/>
                  <a:gd name="T23" fmla="*/ 1205 h 1942"/>
                  <a:gd name="T24" fmla="*/ 1418 w 1662"/>
                  <a:gd name="T25" fmla="*/ 974 h 1942"/>
                  <a:gd name="T26" fmla="*/ 1266 w 1662"/>
                  <a:gd name="T27" fmla="*/ 836 h 1942"/>
                  <a:gd name="T28" fmla="*/ 1012 w 1662"/>
                  <a:gd name="T29" fmla="*/ 794 h 1942"/>
                  <a:gd name="T30" fmla="*/ 806 w 1662"/>
                  <a:gd name="T31" fmla="*/ 713 h 1942"/>
                  <a:gd name="T32" fmla="*/ 646 w 1662"/>
                  <a:gd name="T33" fmla="*/ 610 h 1942"/>
                  <a:gd name="T34" fmla="*/ 526 w 1662"/>
                  <a:gd name="T35" fmla="*/ 499 h 1942"/>
                  <a:gd name="T36" fmla="*/ 944 w 1662"/>
                  <a:gd name="T37" fmla="*/ 23 h 1942"/>
                  <a:gd name="T38" fmla="*/ 1152 w 1662"/>
                  <a:gd name="T39" fmla="*/ 118 h 1942"/>
                  <a:gd name="T40" fmla="*/ 1271 w 1662"/>
                  <a:gd name="T41" fmla="*/ 205 h 1942"/>
                  <a:gd name="T42" fmla="*/ 1388 w 1662"/>
                  <a:gd name="T43" fmla="*/ 323 h 1942"/>
                  <a:gd name="T44" fmla="*/ 1455 w 1662"/>
                  <a:gd name="T45" fmla="*/ 429 h 1942"/>
                  <a:gd name="T46" fmla="*/ 1524 w 1662"/>
                  <a:gd name="T47" fmla="*/ 626 h 1942"/>
                  <a:gd name="T48" fmla="*/ 1555 w 1662"/>
                  <a:gd name="T49" fmla="*/ 892 h 1942"/>
                  <a:gd name="T50" fmla="*/ 1619 w 1662"/>
                  <a:gd name="T51" fmla="*/ 939 h 1942"/>
                  <a:gd name="T52" fmla="*/ 1657 w 1662"/>
                  <a:gd name="T53" fmla="*/ 1032 h 1942"/>
                  <a:gd name="T54" fmla="*/ 1655 w 1662"/>
                  <a:gd name="T55" fmla="*/ 1183 h 1942"/>
                  <a:gd name="T56" fmla="*/ 1611 w 1662"/>
                  <a:gd name="T57" fmla="*/ 1304 h 1942"/>
                  <a:gd name="T58" fmla="*/ 1537 w 1662"/>
                  <a:gd name="T59" fmla="*/ 1372 h 1942"/>
                  <a:gd name="T60" fmla="*/ 1445 w 1662"/>
                  <a:gd name="T61" fmla="*/ 1454 h 1942"/>
                  <a:gd name="T62" fmla="*/ 1313 w 1662"/>
                  <a:gd name="T63" fmla="*/ 1670 h 1942"/>
                  <a:gd name="T64" fmla="*/ 1141 w 1662"/>
                  <a:gd name="T65" fmla="*/ 1836 h 1942"/>
                  <a:gd name="T66" fmla="*/ 937 w 1662"/>
                  <a:gd name="T67" fmla="*/ 1930 h 1942"/>
                  <a:gd name="T68" fmla="*/ 714 w 1662"/>
                  <a:gd name="T69" fmla="*/ 1930 h 1942"/>
                  <a:gd name="T70" fmla="*/ 510 w 1662"/>
                  <a:gd name="T71" fmla="*/ 1836 h 1942"/>
                  <a:gd name="T72" fmla="*/ 337 w 1662"/>
                  <a:gd name="T73" fmla="*/ 1669 h 1942"/>
                  <a:gd name="T74" fmla="*/ 205 w 1662"/>
                  <a:gd name="T75" fmla="*/ 1452 h 1942"/>
                  <a:gd name="T76" fmla="*/ 111 w 1662"/>
                  <a:gd name="T77" fmla="*/ 1364 h 1942"/>
                  <a:gd name="T78" fmla="*/ 39 w 1662"/>
                  <a:gd name="T79" fmla="*/ 1284 h 1942"/>
                  <a:gd name="T80" fmla="*/ 2 w 1662"/>
                  <a:gd name="T81" fmla="*/ 1143 h 1942"/>
                  <a:gd name="T82" fmla="*/ 9 w 1662"/>
                  <a:gd name="T83" fmla="*/ 1009 h 1942"/>
                  <a:gd name="T84" fmla="*/ 50 w 1662"/>
                  <a:gd name="T85" fmla="*/ 930 h 1942"/>
                  <a:gd name="T86" fmla="*/ 98 w 1662"/>
                  <a:gd name="T87" fmla="*/ 851 h 1942"/>
                  <a:gd name="T88" fmla="*/ 85 w 1662"/>
                  <a:gd name="T89" fmla="*/ 643 h 1942"/>
                  <a:gd name="T90" fmla="*/ 120 w 1662"/>
                  <a:gd name="T91" fmla="*/ 487 h 1942"/>
                  <a:gd name="T92" fmla="*/ 183 w 1662"/>
                  <a:gd name="T93" fmla="*/ 377 h 1942"/>
                  <a:gd name="T94" fmla="*/ 257 w 1662"/>
                  <a:gd name="T95" fmla="*/ 305 h 1942"/>
                  <a:gd name="T96" fmla="*/ 319 w 1662"/>
                  <a:gd name="T97" fmla="*/ 266 h 1942"/>
                  <a:gd name="T98" fmla="*/ 352 w 1662"/>
                  <a:gd name="T99" fmla="*/ 246 h 1942"/>
                  <a:gd name="T100" fmla="*/ 390 w 1662"/>
                  <a:gd name="T101" fmla="*/ 196 h 1942"/>
                  <a:gd name="T102" fmla="*/ 459 w 1662"/>
                  <a:gd name="T103" fmla="*/ 127 h 1942"/>
                  <a:gd name="T104" fmla="*/ 559 w 1662"/>
                  <a:gd name="T105" fmla="*/ 57 h 1942"/>
                  <a:gd name="T106" fmla="*/ 690 w 1662"/>
                  <a:gd name="T107" fmla="*/ 10 h 19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1662" h="1942">
                    <a:moveTo>
                      <a:pt x="526" y="499"/>
                    </a:moveTo>
                    <a:lnTo>
                      <a:pt x="484" y="546"/>
                    </a:lnTo>
                    <a:lnTo>
                      <a:pt x="445" y="595"/>
                    </a:lnTo>
                    <a:lnTo>
                      <a:pt x="410" y="645"/>
                    </a:lnTo>
                    <a:lnTo>
                      <a:pt x="379" y="696"/>
                    </a:lnTo>
                    <a:lnTo>
                      <a:pt x="352" y="747"/>
                    </a:lnTo>
                    <a:lnTo>
                      <a:pt x="329" y="797"/>
                    </a:lnTo>
                    <a:lnTo>
                      <a:pt x="309" y="847"/>
                    </a:lnTo>
                    <a:lnTo>
                      <a:pt x="291" y="895"/>
                    </a:lnTo>
                    <a:lnTo>
                      <a:pt x="277" y="941"/>
                    </a:lnTo>
                    <a:lnTo>
                      <a:pt x="264" y="984"/>
                    </a:lnTo>
                    <a:lnTo>
                      <a:pt x="255" y="1023"/>
                    </a:lnTo>
                    <a:lnTo>
                      <a:pt x="247" y="1059"/>
                    </a:lnTo>
                    <a:lnTo>
                      <a:pt x="241" y="1091"/>
                    </a:lnTo>
                    <a:lnTo>
                      <a:pt x="250" y="1148"/>
                    </a:lnTo>
                    <a:lnTo>
                      <a:pt x="263" y="1206"/>
                    </a:lnTo>
                    <a:lnTo>
                      <a:pt x="280" y="1263"/>
                    </a:lnTo>
                    <a:lnTo>
                      <a:pt x="299" y="1320"/>
                    </a:lnTo>
                    <a:lnTo>
                      <a:pt x="322" y="1375"/>
                    </a:lnTo>
                    <a:lnTo>
                      <a:pt x="347" y="1429"/>
                    </a:lnTo>
                    <a:lnTo>
                      <a:pt x="375" y="1480"/>
                    </a:lnTo>
                    <a:lnTo>
                      <a:pt x="406" y="1530"/>
                    </a:lnTo>
                    <a:lnTo>
                      <a:pt x="440" y="1576"/>
                    </a:lnTo>
                    <a:lnTo>
                      <a:pt x="476" y="1620"/>
                    </a:lnTo>
                    <a:lnTo>
                      <a:pt x="513" y="1659"/>
                    </a:lnTo>
                    <a:lnTo>
                      <a:pt x="553" y="1695"/>
                    </a:lnTo>
                    <a:lnTo>
                      <a:pt x="594" y="1726"/>
                    </a:lnTo>
                    <a:lnTo>
                      <a:pt x="638" y="1753"/>
                    </a:lnTo>
                    <a:lnTo>
                      <a:pt x="683" y="1774"/>
                    </a:lnTo>
                    <a:lnTo>
                      <a:pt x="729" y="1789"/>
                    </a:lnTo>
                    <a:lnTo>
                      <a:pt x="777" y="1800"/>
                    </a:lnTo>
                    <a:lnTo>
                      <a:pt x="825" y="1803"/>
                    </a:lnTo>
                    <a:lnTo>
                      <a:pt x="875" y="1800"/>
                    </a:lnTo>
                    <a:lnTo>
                      <a:pt x="922" y="1789"/>
                    </a:lnTo>
                    <a:lnTo>
                      <a:pt x="968" y="1774"/>
                    </a:lnTo>
                    <a:lnTo>
                      <a:pt x="1013" y="1753"/>
                    </a:lnTo>
                    <a:lnTo>
                      <a:pt x="1056" y="1726"/>
                    </a:lnTo>
                    <a:lnTo>
                      <a:pt x="1099" y="1695"/>
                    </a:lnTo>
                    <a:lnTo>
                      <a:pt x="1139" y="1659"/>
                    </a:lnTo>
                    <a:lnTo>
                      <a:pt x="1176" y="1619"/>
                    </a:lnTo>
                    <a:lnTo>
                      <a:pt x="1212" y="1576"/>
                    </a:lnTo>
                    <a:lnTo>
                      <a:pt x="1245" y="1529"/>
                    </a:lnTo>
                    <a:lnTo>
                      <a:pt x="1276" y="1480"/>
                    </a:lnTo>
                    <a:lnTo>
                      <a:pt x="1305" y="1428"/>
                    </a:lnTo>
                    <a:lnTo>
                      <a:pt x="1330" y="1374"/>
                    </a:lnTo>
                    <a:lnTo>
                      <a:pt x="1353" y="1319"/>
                    </a:lnTo>
                    <a:lnTo>
                      <a:pt x="1372" y="1262"/>
                    </a:lnTo>
                    <a:lnTo>
                      <a:pt x="1388" y="1205"/>
                    </a:lnTo>
                    <a:lnTo>
                      <a:pt x="1401" y="1147"/>
                    </a:lnTo>
                    <a:lnTo>
                      <a:pt x="1411" y="1089"/>
                    </a:lnTo>
                    <a:lnTo>
                      <a:pt x="1416" y="1032"/>
                    </a:lnTo>
                    <a:lnTo>
                      <a:pt x="1418" y="974"/>
                    </a:lnTo>
                    <a:lnTo>
                      <a:pt x="1417" y="904"/>
                    </a:lnTo>
                    <a:lnTo>
                      <a:pt x="1414" y="838"/>
                    </a:lnTo>
                    <a:lnTo>
                      <a:pt x="1339" y="839"/>
                    </a:lnTo>
                    <a:lnTo>
                      <a:pt x="1266" y="836"/>
                    </a:lnTo>
                    <a:lnTo>
                      <a:pt x="1198" y="830"/>
                    </a:lnTo>
                    <a:lnTo>
                      <a:pt x="1133" y="820"/>
                    </a:lnTo>
                    <a:lnTo>
                      <a:pt x="1070" y="808"/>
                    </a:lnTo>
                    <a:lnTo>
                      <a:pt x="1012" y="794"/>
                    </a:lnTo>
                    <a:lnTo>
                      <a:pt x="956" y="777"/>
                    </a:lnTo>
                    <a:lnTo>
                      <a:pt x="903" y="757"/>
                    </a:lnTo>
                    <a:lnTo>
                      <a:pt x="853" y="737"/>
                    </a:lnTo>
                    <a:lnTo>
                      <a:pt x="806" y="713"/>
                    </a:lnTo>
                    <a:lnTo>
                      <a:pt x="762" y="690"/>
                    </a:lnTo>
                    <a:lnTo>
                      <a:pt x="721" y="664"/>
                    </a:lnTo>
                    <a:lnTo>
                      <a:pt x="682" y="638"/>
                    </a:lnTo>
                    <a:lnTo>
                      <a:pt x="646" y="610"/>
                    </a:lnTo>
                    <a:lnTo>
                      <a:pt x="612" y="583"/>
                    </a:lnTo>
                    <a:lnTo>
                      <a:pt x="581" y="555"/>
                    </a:lnTo>
                    <a:lnTo>
                      <a:pt x="552" y="527"/>
                    </a:lnTo>
                    <a:lnTo>
                      <a:pt x="526" y="499"/>
                    </a:lnTo>
                    <a:close/>
                    <a:moveTo>
                      <a:pt x="808" y="0"/>
                    </a:moveTo>
                    <a:lnTo>
                      <a:pt x="851" y="3"/>
                    </a:lnTo>
                    <a:lnTo>
                      <a:pt x="897" y="11"/>
                    </a:lnTo>
                    <a:lnTo>
                      <a:pt x="944" y="23"/>
                    </a:lnTo>
                    <a:lnTo>
                      <a:pt x="993" y="39"/>
                    </a:lnTo>
                    <a:lnTo>
                      <a:pt x="1044" y="60"/>
                    </a:lnTo>
                    <a:lnTo>
                      <a:pt x="1097" y="86"/>
                    </a:lnTo>
                    <a:lnTo>
                      <a:pt x="1152" y="118"/>
                    </a:lnTo>
                    <a:lnTo>
                      <a:pt x="1179" y="135"/>
                    </a:lnTo>
                    <a:lnTo>
                      <a:pt x="1208" y="155"/>
                    </a:lnTo>
                    <a:lnTo>
                      <a:pt x="1239" y="179"/>
                    </a:lnTo>
                    <a:lnTo>
                      <a:pt x="1271" y="205"/>
                    </a:lnTo>
                    <a:lnTo>
                      <a:pt x="1304" y="233"/>
                    </a:lnTo>
                    <a:lnTo>
                      <a:pt x="1334" y="261"/>
                    </a:lnTo>
                    <a:lnTo>
                      <a:pt x="1363" y="292"/>
                    </a:lnTo>
                    <a:lnTo>
                      <a:pt x="1388" y="323"/>
                    </a:lnTo>
                    <a:lnTo>
                      <a:pt x="1409" y="353"/>
                    </a:lnTo>
                    <a:lnTo>
                      <a:pt x="1409" y="353"/>
                    </a:lnTo>
                    <a:lnTo>
                      <a:pt x="1433" y="389"/>
                    </a:lnTo>
                    <a:lnTo>
                      <a:pt x="1455" y="429"/>
                    </a:lnTo>
                    <a:lnTo>
                      <a:pt x="1475" y="472"/>
                    </a:lnTo>
                    <a:lnTo>
                      <a:pt x="1493" y="519"/>
                    </a:lnTo>
                    <a:lnTo>
                      <a:pt x="1509" y="570"/>
                    </a:lnTo>
                    <a:lnTo>
                      <a:pt x="1524" y="626"/>
                    </a:lnTo>
                    <a:lnTo>
                      <a:pt x="1535" y="685"/>
                    </a:lnTo>
                    <a:lnTo>
                      <a:pt x="1545" y="749"/>
                    </a:lnTo>
                    <a:lnTo>
                      <a:pt x="1551" y="817"/>
                    </a:lnTo>
                    <a:lnTo>
                      <a:pt x="1555" y="892"/>
                    </a:lnTo>
                    <a:lnTo>
                      <a:pt x="1573" y="900"/>
                    </a:lnTo>
                    <a:lnTo>
                      <a:pt x="1590" y="910"/>
                    </a:lnTo>
                    <a:lnTo>
                      <a:pt x="1605" y="922"/>
                    </a:lnTo>
                    <a:lnTo>
                      <a:pt x="1619" y="939"/>
                    </a:lnTo>
                    <a:lnTo>
                      <a:pt x="1632" y="957"/>
                    </a:lnTo>
                    <a:lnTo>
                      <a:pt x="1642" y="979"/>
                    </a:lnTo>
                    <a:lnTo>
                      <a:pt x="1651" y="1003"/>
                    </a:lnTo>
                    <a:lnTo>
                      <a:pt x="1657" y="1032"/>
                    </a:lnTo>
                    <a:lnTo>
                      <a:pt x="1661" y="1064"/>
                    </a:lnTo>
                    <a:lnTo>
                      <a:pt x="1662" y="1102"/>
                    </a:lnTo>
                    <a:lnTo>
                      <a:pt x="1660" y="1143"/>
                    </a:lnTo>
                    <a:lnTo>
                      <a:pt x="1655" y="1183"/>
                    </a:lnTo>
                    <a:lnTo>
                      <a:pt x="1648" y="1218"/>
                    </a:lnTo>
                    <a:lnTo>
                      <a:pt x="1638" y="1250"/>
                    </a:lnTo>
                    <a:lnTo>
                      <a:pt x="1625" y="1278"/>
                    </a:lnTo>
                    <a:lnTo>
                      <a:pt x="1611" y="1304"/>
                    </a:lnTo>
                    <a:lnTo>
                      <a:pt x="1595" y="1325"/>
                    </a:lnTo>
                    <a:lnTo>
                      <a:pt x="1577" y="1344"/>
                    </a:lnTo>
                    <a:lnTo>
                      <a:pt x="1558" y="1360"/>
                    </a:lnTo>
                    <a:lnTo>
                      <a:pt x="1537" y="1372"/>
                    </a:lnTo>
                    <a:lnTo>
                      <a:pt x="1515" y="1382"/>
                    </a:lnTo>
                    <a:lnTo>
                      <a:pt x="1493" y="1390"/>
                    </a:lnTo>
                    <a:lnTo>
                      <a:pt x="1471" y="1395"/>
                    </a:lnTo>
                    <a:lnTo>
                      <a:pt x="1445" y="1454"/>
                    </a:lnTo>
                    <a:lnTo>
                      <a:pt x="1416" y="1512"/>
                    </a:lnTo>
                    <a:lnTo>
                      <a:pt x="1385" y="1567"/>
                    </a:lnTo>
                    <a:lnTo>
                      <a:pt x="1350" y="1620"/>
                    </a:lnTo>
                    <a:lnTo>
                      <a:pt x="1313" y="1670"/>
                    </a:lnTo>
                    <a:lnTo>
                      <a:pt x="1273" y="1717"/>
                    </a:lnTo>
                    <a:lnTo>
                      <a:pt x="1231" y="1761"/>
                    </a:lnTo>
                    <a:lnTo>
                      <a:pt x="1187" y="1801"/>
                    </a:lnTo>
                    <a:lnTo>
                      <a:pt x="1141" y="1836"/>
                    </a:lnTo>
                    <a:lnTo>
                      <a:pt x="1092" y="1868"/>
                    </a:lnTo>
                    <a:lnTo>
                      <a:pt x="1042" y="1893"/>
                    </a:lnTo>
                    <a:lnTo>
                      <a:pt x="990" y="1915"/>
                    </a:lnTo>
                    <a:lnTo>
                      <a:pt x="937" y="1930"/>
                    </a:lnTo>
                    <a:lnTo>
                      <a:pt x="882" y="1939"/>
                    </a:lnTo>
                    <a:lnTo>
                      <a:pt x="825" y="1942"/>
                    </a:lnTo>
                    <a:lnTo>
                      <a:pt x="769" y="1939"/>
                    </a:lnTo>
                    <a:lnTo>
                      <a:pt x="714" y="1930"/>
                    </a:lnTo>
                    <a:lnTo>
                      <a:pt x="661" y="1915"/>
                    </a:lnTo>
                    <a:lnTo>
                      <a:pt x="608" y="1893"/>
                    </a:lnTo>
                    <a:lnTo>
                      <a:pt x="558" y="1867"/>
                    </a:lnTo>
                    <a:lnTo>
                      <a:pt x="510" y="1836"/>
                    </a:lnTo>
                    <a:lnTo>
                      <a:pt x="464" y="1800"/>
                    </a:lnTo>
                    <a:lnTo>
                      <a:pt x="419" y="1760"/>
                    </a:lnTo>
                    <a:lnTo>
                      <a:pt x="377" y="1716"/>
                    </a:lnTo>
                    <a:lnTo>
                      <a:pt x="337" y="1669"/>
                    </a:lnTo>
                    <a:lnTo>
                      <a:pt x="300" y="1618"/>
                    </a:lnTo>
                    <a:lnTo>
                      <a:pt x="266" y="1565"/>
                    </a:lnTo>
                    <a:lnTo>
                      <a:pt x="234" y="1510"/>
                    </a:lnTo>
                    <a:lnTo>
                      <a:pt x="205" y="1452"/>
                    </a:lnTo>
                    <a:lnTo>
                      <a:pt x="179" y="1392"/>
                    </a:lnTo>
                    <a:lnTo>
                      <a:pt x="156" y="1386"/>
                    </a:lnTo>
                    <a:lnTo>
                      <a:pt x="133" y="1376"/>
                    </a:lnTo>
                    <a:lnTo>
                      <a:pt x="111" y="1364"/>
                    </a:lnTo>
                    <a:lnTo>
                      <a:pt x="91" y="1349"/>
                    </a:lnTo>
                    <a:lnTo>
                      <a:pt x="72" y="1330"/>
                    </a:lnTo>
                    <a:lnTo>
                      <a:pt x="55" y="1309"/>
                    </a:lnTo>
                    <a:lnTo>
                      <a:pt x="39" y="1284"/>
                    </a:lnTo>
                    <a:lnTo>
                      <a:pt x="26" y="1254"/>
                    </a:lnTo>
                    <a:lnTo>
                      <a:pt x="15" y="1221"/>
                    </a:lnTo>
                    <a:lnTo>
                      <a:pt x="7" y="1184"/>
                    </a:lnTo>
                    <a:lnTo>
                      <a:pt x="2" y="1143"/>
                    </a:lnTo>
                    <a:lnTo>
                      <a:pt x="0" y="1104"/>
                    </a:lnTo>
                    <a:lnTo>
                      <a:pt x="1" y="1068"/>
                    </a:lnTo>
                    <a:lnTo>
                      <a:pt x="4" y="1038"/>
                    </a:lnTo>
                    <a:lnTo>
                      <a:pt x="9" y="1009"/>
                    </a:lnTo>
                    <a:lnTo>
                      <a:pt x="17" y="985"/>
                    </a:lnTo>
                    <a:lnTo>
                      <a:pt x="27" y="964"/>
                    </a:lnTo>
                    <a:lnTo>
                      <a:pt x="38" y="946"/>
                    </a:lnTo>
                    <a:lnTo>
                      <a:pt x="50" y="930"/>
                    </a:lnTo>
                    <a:lnTo>
                      <a:pt x="65" y="916"/>
                    </a:lnTo>
                    <a:lnTo>
                      <a:pt x="80" y="906"/>
                    </a:lnTo>
                    <a:lnTo>
                      <a:pt x="96" y="897"/>
                    </a:lnTo>
                    <a:lnTo>
                      <a:pt x="98" y="851"/>
                    </a:lnTo>
                    <a:lnTo>
                      <a:pt x="89" y="794"/>
                    </a:lnTo>
                    <a:lnTo>
                      <a:pt x="85" y="740"/>
                    </a:lnTo>
                    <a:lnTo>
                      <a:pt x="83" y="690"/>
                    </a:lnTo>
                    <a:lnTo>
                      <a:pt x="85" y="643"/>
                    </a:lnTo>
                    <a:lnTo>
                      <a:pt x="90" y="599"/>
                    </a:lnTo>
                    <a:lnTo>
                      <a:pt x="98" y="559"/>
                    </a:lnTo>
                    <a:lnTo>
                      <a:pt x="108" y="522"/>
                    </a:lnTo>
                    <a:lnTo>
                      <a:pt x="120" y="487"/>
                    </a:lnTo>
                    <a:lnTo>
                      <a:pt x="134" y="455"/>
                    </a:lnTo>
                    <a:lnTo>
                      <a:pt x="149" y="427"/>
                    </a:lnTo>
                    <a:lnTo>
                      <a:pt x="166" y="400"/>
                    </a:lnTo>
                    <a:lnTo>
                      <a:pt x="183" y="377"/>
                    </a:lnTo>
                    <a:lnTo>
                      <a:pt x="202" y="355"/>
                    </a:lnTo>
                    <a:lnTo>
                      <a:pt x="220" y="337"/>
                    </a:lnTo>
                    <a:lnTo>
                      <a:pt x="239" y="320"/>
                    </a:lnTo>
                    <a:lnTo>
                      <a:pt x="257" y="305"/>
                    </a:lnTo>
                    <a:lnTo>
                      <a:pt x="274" y="293"/>
                    </a:lnTo>
                    <a:lnTo>
                      <a:pt x="290" y="282"/>
                    </a:lnTo>
                    <a:lnTo>
                      <a:pt x="305" y="273"/>
                    </a:lnTo>
                    <a:lnTo>
                      <a:pt x="319" y="266"/>
                    </a:lnTo>
                    <a:lnTo>
                      <a:pt x="331" y="260"/>
                    </a:lnTo>
                    <a:lnTo>
                      <a:pt x="341" y="255"/>
                    </a:lnTo>
                    <a:lnTo>
                      <a:pt x="348" y="253"/>
                    </a:lnTo>
                    <a:lnTo>
                      <a:pt x="352" y="246"/>
                    </a:lnTo>
                    <a:lnTo>
                      <a:pt x="359" y="237"/>
                    </a:lnTo>
                    <a:lnTo>
                      <a:pt x="367" y="225"/>
                    </a:lnTo>
                    <a:lnTo>
                      <a:pt x="377" y="212"/>
                    </a:lnTo>
                    <a:lnTo>
                      <a:pt x="390" y="196"/>
                    </a:lnTo>
                    <a:lnTo>
                      <a:pt x="404" y="180"/>
                    </a:lnTo>
                    <a:lnTo>
                      <a:pt x="421" y="163"/>
                    </a:lnTo>
                    <a:lnTo>
                      <a:pt x="439" y="145"/>
                    </a:lnTo>
                    <a:lnTo>
                      <a:pt x="459" y="127"/>
                    </a:lnTo>
                    <a:lnTo>
                      <a:pt x="481" y="108"/>
                    </a:lnTo>
                    <a:lnTo>
                      <a:pt x="505" y="91"/>
                    </a:lnTo>
                    <a:lnTo>
                      <a:pt x="531" y="74"/>
                    </a:lnTo>
                    <a:lnTo>
                      <a:pt x="559" y="57"/>
                    </a:lnTo>
                    <a:lnTo>
                      <a:pt x="589" y="43"/>
                    </a:lnTo>
                    <a:lnTo>
                      <a:pt x="620" y="30"/>
                    </a:lnTo>
                    <a:lnTo>
                      <a:pt x="655" y="19"/>
                    </a:lnTo>
                    <a:lnTo>
                      <a:pt x="690" y="10"/>
                    </a:lnTo>
                    <a:lnTo>
                      <a:pt x="728" y="3"/>
                    </a:lnTo>
                    <a:lnTo>
                      <a:pt x="767" y="0"/>
                    </a:lnTo>
                    <a:lnTo>
                      <a:pt x="80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0" name="Freeform 23">
                <a:extLst>
                  <a:ext uri="{FF2B5EF4-FFF2-40B4-BE49-F238E27FC236}">
                    <a16:creationId xmlns:a16="http://schemas.microsoft.com/office/drawing/2014/main" xmlns="" id="{1E104CFD-44EE-4744-892C-82D81F2C0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64" y="4250"/>
                <a:ext cx="83" cy="27"/>
              </a:xfrm>
              <a:custGeom>
                <a:avLst/>
                <a:gdLst>
                  <a:gd name="T0" fmla="*/ 613 w 916"/>
                  <a:gd name="T1" fmla="*/ 78 h 300"/>
                  <a:gd name="T2" fmla="*/ 561 w 916"/>
                  <a:gd name="T3" fmla="*/ 109 h 300"/>
                  <a:gd name="T4" fmla="*/ 554 w 916"/>
                  <a:gd name="T5" fmla="*/ 165 h 300"/>
                  <a:gd name="T6" fmla="*/ 579 w 916"/>
                  <a:gd name="T7" fmla="*/ 210 h 300"/>
                  <a:gd name="T8" fmla="*/ 665 w 916"/>
                  <a:gd name="T9" fmla="*/ 229 h 300"/>
                  <a:gd name="T10" fmla="*/ 787 w 916"/>
                  <a:gd name="T11" fmla="*/ 223 h 300"/>
                  <a:gd name="T12" fmla="*/ 839 w 916"/>
                  <a:gd name="T13" fmla="*/ 191 h 300"/>
                  <a:gd name="T14" fmla="*/ 846 w 916"/>
                  <a:gd name="T15" fmla="*/ 135 h 300"/>
                  <a:gd name="T16" fmla="*/ 820 w 916"/>
                  <a:gd name="T17" fmla="*/ 90 h 300"/>
                  <a:gd name="T18" fmla="*/ 734 w 916"/>
                  <a:gd name="T19" fmla="*/ 72 h 300"/>
                  <a:gd name="T20" fmla="*/ 153 w 916"/>
                  <a:gd name="T21" fmla="*/ 74 h 300"/>
                  <a:gd name="T22" fmla="*/ 85 w 916"/>
                  <a:gd name="T23" fmla="*/ 99 h 300"/>
                  <a:gd name="T24" fmla="*/ 70 w 916"/>
                  <a:gd name="T25" fmla="*/ 150 h 300"/>
                  <a:gd name="T26" fmla="*/ 85 w 916"/>
                  <a:gd name="T27" fmla="*/ 201 h 300"/>
                  <a:gd name="T28" fmla="*/ 153 w 916"/>
                  <a:gd name="T29" fmla="*/ 227 h 300"/>
                  <a:gd name="T30" fmla="*/ 280 w 916"/>
                  <a:gd name="T31" fmla="*/ 227 h 300"/>
                  <a:gd name="T32" fmla="*/ 348 w 916"/>
                  <a:gd name="T33" fmla="*/ 201 h 300"/>
                  <a:gd name="T34" fmla="*/ 363 w 916"/>
                  <a:gd name="T35" fmla="*/ 150 h 300"/>
                  <a:gd name="T36" fmla="*/ 348 w 916"/>
                  <a:gd name="T37" fmla="*/ 99 h 300"/>
                  <a:gd name="T38" fmla="*/ 280 w 916"/>
                  <a:gd name="T39" fmla="*/ 74 h 300"/>
                  <a:gd name="T40" fmla="*/ 234 w 916"/>
                  <a:gd name="T41" fmla="*/ 0 h 300"/>
                  <a:gd name="T42" fmla="*/ 321 w 916"/>
                  <a:gd name="T43" fmla="*/ 9 h 300"/>
                  <a:gd name="T44" fmla="*/ 400 w 916"/>
                  <a:gd name="T45" fmla="*/ 53 h 300"/>
                  <a:gd name="T46" fmla="*/ 574 w 916"/>
                  <a:gd name="T47" fmla="*/ 17 h 300"/>
                  <a:gd name="T48" fmla="*/ 662 w 916"/>
                  <a:gd name="T49" fmla="*/ 1 h 300"/>
                  <a:gd name="T50" fmla="*/ 732 w 916"/>
                  <a:gd name="T51" fmla="*/ 0 h 300"/>
                  <a:gd name="T52" fmla="*/ 806 w 916"/>
                  <a:gd name="T53" fmla="*/ 10 h 300"/>
                  <a:gd name="T54" fmla="*/ 875 w 916"/>
                  <a:gd name="T55" fmla="*/ 45 h 300"/>
                  <a:gd name="T56" fmla="*/ 914 w 916"/>
                  <a:gd name="T57" fmla="*/ 123 h 300"/>
                  <a:gd name="T58" fmla="*/ 900 w 916"/>
                  <a:gd name="T59" fmla="*/ 223 h 300"/>
                  <a:gd name="T60" fmla="*/ 843 w 916"/>
                  <a:gd name="T61" fmla="*/ 277 h 300"/>
                  <a:gd name="T62" fmla="*/ 768 w 916"/>
                  <a:gd name="T63" fmla="*/ 297 h 300"/>
                  <a:gd name="T64" fmla="*/ 699 w 916"/>
                  <a:gd name="T65" fmla="*/ 300 h 300"/>
                  <a:gd name="T66" fmla="*/ 632 w 916"/>
                  <a:gd name="T67" fmla="*/ 297 h 300"/>
                  <a:gd name="T68" fmla="*/ 557 w 916"/>
                  <a:gd name="T69" fmla="*/ 277 h 300"/>
                  <a:gd name="T70" fmla="*/ 500 w 916"/>
                  <a:gd name="T71" fmla="*/ 224 h 300"/>
                  <a:gd name="T72" fmla="*/ 485 w 916"/>
                  <a:gd name="T73" fmla="*/ 137 h 300"/>
                  <a:gd name="T74" fmla="*/ 432 w 916"/>
                  <a:gd name="T75" fmla="*/ 150 h 300"/>
                  <a:gd name="T76" fmla="*/ 405 w 916"/>
                  <a:gd name="T77" fmla="*/ 241 h 300"/>
                  <a:gd name="T78" fmla="*/ 342 w 916"/>
                  <a:gd name="T79" fmla="*/ 284 h 300"/>
                  <a:gd name="T80" fmla="*/ 266 w 916"/>
                  <a:gd name="T81" fmla="*/ 298 h 300"/>
                  <a:gd name="T82" fmla="*/ 201 w 916"/>
                  <a:gd name="T83" fmla="*/ 299 h 300"/>
                  <a:gd name="T84" fmla="*/ 129 w 916"/>
                  <a:gd name="T85" fmla="*/ 294 h 300"/>
                  <a:gd name="T86" fmla="*/ 57 w 916"/>
                  <a:gd name="T87" fmla="*/ 267 h 300"/>
                  <a:gd name="T88" fmla="*/ 7 w 916"/>
                  <a:gd name="T89" fmla="*/ 202 h 300"/>
                  <a:gd name="T90" fmla="*/ 7 w 916"/>
                  <a:gd name="T91" fmla="*/ 98 h 300"/>
                  <a:gd name="T92" fmla="*/ 57 w 916"/>
                  <a:gd name="T93" fmla="*/ 33 h 300"/>
                  <a:gd name="T94" fmla="*/ 129 w 916"/>
                  <a:gd name="T95" fmla="*/ 6 h 300"/>
                  <a:gd name="T96" fmla="*/ 201 w 916"/>
                  <a:gd name="T97" fmla="*/ 0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916" h="300">
                    <a:moveTo>
                      <a:pt x="699" y="71"/>
                    </a:moveTo>
                    <a:lnTo>
                      <a:pt x="665" y="72"/>
                    </a:lnTo>
                    <a:lnTo>
                      <a:pt x="636" y="74"/>
                    </a:lnTo>
                    <a:lnTo>
                      <a:pt x="613" y="78"/>
                    </a:lnTo>
                    <a:lnTo>
                      <a:pt x="594" y="83"/>
                    </a:lnTo>
                    <a:lnTo>
                      <a:pt x="579" y="90"/>
                    </a:lnTo>
                    <a:lnTo>
                      <a:pt x="569" y="99"/>
                    </a:lnTo>
                    <a:lnTo>
                      <a:pt x="561" y="109"/>
                    </a:lnTo>
                    <a:lnTo>
                      <a:pt x="556" y="122"/>
                    </a:lnTo>
                    <a:lnTo>
                      <a:pt x="554" y="135"/>
                    </a:lnTo>
                    <a:lnTo>
                      <a:pt x="553" y="150"/>
                    </a:lnTo>
                    <a:lnTo>
                      <a:pt x="554" y="165"/>
                    </a:lnTo>
                    <a:lnTo>
                      <a:pt x="556" y="179"/>
                    </a:lnTo>
                    <a:lnTo>
                      <a:pt x="561" y="191"/>
                    </a:lnTo>
                    <a:lnTo>
                      <a:pt x="569" y="201"/>
                    </a:lnTo>
                    <a:lnTo>
                      <a:pt x="579" y="210"/>
                    </a:lnTo>
                    <a:lnTo>
                      <a:pt x="594" y="216"/>
                    </a:lnTo>
                    <a:lnTo>
                      <a:pt x="613" y="223"/>
                    </a:lnTo>
                    <a:lnTo>
                      <a:pt x="636" y="227"/>
                    </a:lnTo>
                    <a:lnTo>
                      <a:pt x="665" y="229"/>
                    </a:lnTo>
                    <a:lnTo>
                      <a:pt x="699" y="230"/>
                    </a:lnTo>
                    <a:lnTo>
                      <a:pt x="734" y="229"/>
                    </a:lnTo>
                    <a:lnTo>
                      <a:pt x="763" y="227"/>
                    </a:lnTo>
                    <a:lnTo>
                      <a:pt x="787" y="223"/>
                    </a:lnTo>
                    <a:lnTo>
                      <a:pt x="805" y="216"/>
                    </a:lnTo>
                    <a:lnTo>
                      <a:pt x="820" y="210"/>
                    </a:lnTo>
                    <a:lnTo>
                      <a:pt x="831" y="201"/>
                    </a:lnTo>
                    <a:lnTo>
                      <a:pt x="839" y="191"/>
                    </a:lnTo>
                    <a:lnTo>
                      <a:pt x="843" y="179"/>
                    </a:lnTo>
                    <a:lnTo>
                      <a:pt x="846" y="165"/>
                    </a:lnTo>
                    <a:lnTo>
                      <a:pt x="847" y="150"/>
                    </a:lnTo>
                    <a:lnTo>
                      <a:pt x="846" y="135"/>
                    </a:lnTo>
                    <a:lnTo>
                      <a:pt x="843" y="122"/>
                    </a:lnTo>
                    <a:lnTo>
                      <a:pt x="839" y="109"/>
                    </a:lnTo>
                    <a:lnTo>
                      <a:pt x="831" y="99"/>
                    </a:lnTo>
                    <a:lnTo>
                      <a:pt x="820" y="90"/>
                    </a:lnTo>
                    <a:lnTo>
                      <a:pt x="805" y="83"/>
                    </a:lnTo>
                    <a:lnTo>
                      <a:pt x="787" y="78"/>
                    </a:lnTo>
                    <a:lnTo>
                      <a:pt x="763" y="74"/>
                    </a:lnTo>
                    <a:lnTo>
                      <a:pt x="734" y="72"/>
                    </a:lnTo>
                    <a:lnTo>
                      <a:pt x="699" y="71"/>
                    </a:lnTo>
                    <a:close/>
                    <a:moveTo>
                      <a:pt x="216" y="71"/>
                    </a:moveTo>
                    <a:lnTo>
                      <a:pt x="182" y="72"/>
                    </a:lnTo>
                    <a:lnTo>
                      <a:pt x="153" y="74"/>
                    </a:lnTo>
                    <a:lnTo>
                      <a:pt x="130" y="78"/>
                    </a:lnTo>
                    <a:lnTo>
                      <a:pt x="111" y="83"/>
                    </a:lnTo>
                    <a:lnTo>
                      <a:pt x="96" y="90"/>
                    </a:lnTo>
                    <a:lnTo>
                      <a:pt x="85" y="99"/>
                    </a:lnTo>
                    <a:lnTo>
                      <a:pt x="78" y="109"/>
                    </a:lnTo>
                    <a:lnTo>
                      <a:pt x="73" y="122"/>
                    </a:lnTo>
                    <a:lnTo>
                      <a:pt x="70" y="135"/>
                    </a:lnTo>
                    <a:lnTo>
                      <a:pt x="70" y="150"/>
                    </a:lnTo>
                    <a:lnTo>
                      <a:pt x="70" y="165"/>
                    </a:lnTo>
                    <a:lnTo>
                      <a:pt x="73" y="179"/>
                    </a:lnTo>
                    <a:lnTo>
                      <a:pt x="78" y="191"/>
                    </a:lnTo>
                    <a:lnTo>
                      <a:pt x="85" y="201"/>
                    </a:lnTo>
                    <a:lnTo>
                      <a:pt x="96" y="210"/>
                    </a:lnTo>
                    <a:lnTo>
                      <a:pt x="111" y="216"/>
                    </a:lnTo>
                    <a:lnTo>
                      <a:pt x="130" y="223"/>
                    </a:lnTo>
                    <a:lnTo>
                      <a:pt x="153" y="227"/>
                    </a:lnTo>
                    <a:lnTo>
                      <a:pt x="182" y="229"/>
                    </a:lnTo>
                    <a:lnTo>
                      <a:pt x="216" y="230"/>
                    </a:lnTo>
                    <a:lnTo>
                      <a:pt x="250" y="229"/>
                    </a:lnTo>
                    <a:lnTo>
                      <a:pt x="280" y="227"/>
                    </a:lnTo>
                    <a:lnTo>
                      <a:pt x="304" y="223"/>
                    </a:lnTo>
                    <a:lnTo>
                      <a:pt x="322" y="216"/>
                    </a:lnTo>
                    <a:lnTo>
                      <a:pt x="337" y="210"/>
                    </a:lnTo>
                    <a:lnTo>
                      <a:pt x="348" y="201"/>
                    </a:lnTo>
                    <a:lnTo>
                      <a:pt x="355" y="191"/>
                    </a:lnTo>
                    <a:lnTo>
                      <a:pt x="360" y="179"/>
                    </a:lnTo>
                    <a:lnTo>
                      <a:pt x="363" y="165"/>
                    </a:lnTo>
                    <a:lnTo>
                      <a:pt x="363" y="150"/>
                    </a:lnTo>
                    <a:lnTo>
                      <a:pt x="363" y="135"/>
                    </a:lnTo>
                    <a:lnTo>
                      <a:pt x="360" y="122"/>
                    </a:lnTo>
                    <a:lnTo>
                      <a:pt x="355" y="109"/>
                    </a:lnTo>
                    <a:lnTo>
                      <a:pt x="348" y="99"/>
                    </a:lnTo>
                    <a:lnTo>
                      <a:pt x="337" y="90"/>
                    </a:lnTo>
                    <a:lnTo>
                      <a:pt x="322" y="83"/>
                    </a:lnTo>
                    <a:lnTo>
                      <a:pt x="304" y="78"/>
                    </a:lnTo>
                    <a:lnTo>
                      <a:pt x="280" y="74"/>
                    </a:lnTo>
                    <a:lnTo>
                      <a:pt x="250" y="72"/>
                    </a:lnTo>
                    <a:lnTo>
                      <a:pt x="216" y="71"/>
                    </a:lnTo>
                    <a:close/>
                    <a:moveTo>
                      <a:pt x="216" y="0"/>
                    </a:moveTo>
                    <a:lnTo>
                      <a:pt x="234" y="0"/>
                    </a:lnTo>
                    <a:lnTo>
                      <a:pt x="254" y="1"/>
                    </a:lnTo>
                    <a:lnTo>
                      <a:pt x="276" y="2"/>
                    </a:lnTo>
                    <a:lnTo>
                      <a:pt x="298" y="5"/>
                    </a:lnTo>
                    <a:lnTo>
                      <a:pt x="321" y="9"/>
                    </a:lnTo>
                    <a:lnTo>
                      <a:pt x="343" y="17"/>
                    </a:lnTo>
                    <a:lnTo>
                      <a:pt x="364" y="26"/>
                    </a:lnTo>
                    <a:lnTo>
                      <a:pt x="383" y="37"/>
                    </a:lnTo>
                    <a:lnTo>
                      <a:pt x="400" y="53"/>
                    </a:lnTo>
                    <a:lnTo>
                      <a:pt x="516" y="53"/>
                    </a:lnTo>
                    <a:lnTo>
                      <a:pt x="533" y="37"/>
                    </a:lnTo>
                    <a:lnTo>
                      <a:pt x="553" y="26"/>
                    </a:lnTo>
                    <a:lnTo>
                      <a:pt x="574" y="17"/>
                    </a:lnTo>
                    <a:lnTo>
                      <a:pt x="596" y="9"/>
                    </a:lnTo>
                    <a:lnTo>
                      <a:pt x="618" y="5"/>
                    </a:lnTo>
                    <a:lnTo>
                      <a:pt x="640" y="2"/>
                    </a:lnTo>
                    <a:lnTo>
                      <a:pt x="662" y="1"/>
                    </a:lnTo>
                    <a:lnTo>
                      <a:pt x="682" y="0"/>
                    </a:lnTo>
                    <a:lnTo>
                      <a:pt x="699" y="0"/>
                    </a:lnTo>
                    <a:lnTo>
                      <a:pt x="715" y="0"/>
                    </a:lnTo>
                    <a:lnTo>
                      <a:pt x="732" y="0"/>
                    </a:lnTo>
                    <a:lnTo>
                      <a:pt x="749" y="1"/>
                    </a:lnTo>
                    <a:lnTo>
                      <a:pt x="768" y="3"/>
                    </a:lnTo>
                    <a:lnTo>
                      <a:pt x="787" y="6"/>
                    </a:lnTo>
                    <a:lnTo>
                      <a:pt x="806" y="10"/>
                    </a:lnTo>
                    <a:lnTo>
                      <a:pt x="825" y="16"/>
                    </a:lnTo>
                    <a:lnTo>
                      <a:pt x="843" y="24"/>
                    </a:lnTo>
                    <a:lnTo>
                      <a:pt x="860" y="33"/>
                    </a:lnTo>
                    <a:lnTo>
                      <a:pt x="875" y="45"/>
                    </a:lnTo>
                    <a:lnTo>
                      <a:pt x="889" y="59"/>
                    </a:lnTo>
                    <a:lnTo>
                      <a:pt x="900" y="77"/>
                    </a:lnTo>
                    <a:lnTo>
                      <a:pt x="908" y="98"/>
                    </a:lnTo>
                    <a:lnTo>
                      <a:pt x="914" y="123"/>
                    </a:lnTo>
                    <a:lnTo>
                      <a:pt x="916" y="150"/>
                    </a:lnTo>
                    <a:lnTo>
                      <a:pt x="914" y="178"/>
                    </a:lnTo>
                    <a:lnTo>
                      <a:pt x="908" y="202"/>
                    </a:lnTo>
                    <a:lnTo>
                      <a:pt x="900" y="223"/>
                    </a:lnTo>
                    <a:lnTo>
                      <a:pt x="889" y="241"/>
                    </a:lnTo>
                    <a:lnTo>
                      <a:pt x="875" y="255"/>
                    </a:lnTo>
                    <a:lnTo>
                      <a:pt x="860" y="267"/>
                    </a:lnTo>
                    <a:lnTo>
                      <a:pt x="843" y="277"/>
                    </a:lnTo>
                    <a:lnTo>
                      <a:pt x="825" y="285"/>
                    </a:lnTo>
                    <a:lnTo>
                      <a:pt x="806" y="290"/>
                    </a:lnTo>
                    <a:lnTo>
                      <a:pt x="787" y="294"/>
                    </a:lnTo>
                    <a:lnTo>
                      <a:pt x="768" y="297"/>
                    </a:lnTo>
                    <a:lnTo>
                      <a:pt x="749" y="298"/>
                    </a:lnTo>
                    <a:lnTo>
                      <a:pt x="732" y="299"/>
                    </a:lnTo>
                    <a:lnTo>
                      <a:pt x="715" y="299"/>
                    </a:lnTo>
                    <a:lnTo>
                      <a:pt x="699" y="300"/>
                    </a:lnTo>
                    <a:lnTo>
                      <a:pt x="685" y="299"/>
                    </a:lnTo>
                    <a:lnTo>
                      <a:pt x="668" y="299"/>
                    </a:lnTo>
                    <a:lnTo>
                      <a:pt x="650" y="298"/>
                    </a:lnTo>
                    <a:lnTo>
                      <a:pt x="632" y="297"/>
                    </a:lnTo>
                    <a:lnTo>
                      <a:pt x="613" y="294"/>
                    </a:lnTo>
                    <a:lnTo>
                      <a:pt x="593" y="290"/>
                    </a:lnTo>
                    <a:lnTo>
                      <a:pt x="575" y="285"/>
                    </a:lnTo>
                    <a:lnTo>
                      <a:pt x="557" y="277"/>
                    </a:lnTo>
                    <a:lnTo>
                      <a:pt x="540" y="267"/>
                    </a:lnTo>
                    <a:lnTo>
                      <a:pt x="524" y="255"/>
                    </a:lnTo>
                    <a:lnTo>
                      <a:pt x="511" y="241"/>
                    </a:lnTo>
                    <a:lnTo>
                      <a:pt x="500" y="224"/>
                    </a:lnTo>
                    <a:lnTo>
                      <a:pt x="491" y="202"/>
                    </a:lnTo>
                    <a:lnTo>
                      <a:pt x="486" y="179"/>
                    </a:lnTo>
                    <a:lnTo>
                      <a:pt x="484" y="150"/>
                    </a:lnTo>
                    <a:lnTo>
                      <a:pt x="485" y="137"/>
                    </a:lnTo>
                    <a:lnTo>
                      <a:pt x="486" y="125"/>
                    </a:lnTo>
                    <a:lnTo>
                      <a:pt x="430" y="125"/>
                    </a:lnTo>
                    <a:lnTo>
                      <a:pt x="432" y="137"/>
                    </a:lnTo>
                    <a:lnTo>
                      <a:pt x="432" y="150"/>
                    </a:lnTo>
                    <a:lnTo>
                      <a:pt x="430" y="179"/>
                    </a:lnTo>
                    <a:lnTo>
                      <a:pt x="425" y="202"/>
                    </a:lnTo>
                    <a:lnTo>
                      <a:pt x="416" y="224"/>
                    </a:lnTo>
                    <a:lnTo>
                      <a:pt x="405" y="241"/>
                    </a:lnTo>
                    <a:lnTo>
                      <a:pt x="392" y="255"/>
                    </a:lnTo>
                    <a:lnTo>
                      <a:pt x="377" y="267"/>
                    </a:lnTo>
                    <a:lnTo>
                      <a:pt x="360" y="277"/>
                    </a:lnTo>
                    <a:lnTo>
                      <a:pt x="342" y="284"/>
                    </a:lnTo>
                    <a:lnTo>
                      <a:pt x="323" y="290"/>
                    </a:lnTo>
                    <a:lnTo>
                      <a:pt x="304" y="294"/>
                    </a:lnTo>
                    <a:lnTo>
                      <a:pt x="285" y="296"/>
                    </a:lnTo>
                    <a:lnTo>
                      <a:pt x="266" y="298"/>
                    </a:lnTo>
                    <a:lnTo>
                      <a:pt x="248" y="299"/>
                    </a:lnTo>
                    <a:lnTo>
                      <a:pt x="231" y="299"/>
                    </a:lnTo>
                    <a:lnTo>
                      <a:pt x="216" y="299"/>
                    </a:lnTo>
                    <a:lnTo>
                      <a:pt x="201" y="299"/>
                    </a:lnTo>
                    <a:lnTo>
                      <a:pt x="185" y="299"/>
                    </a:lnTo>
                    <a:lnTo>
                      <a:pt x="167" y="298"/>
                    </a:lnTo>
                    <a:lnTo>
                      <a:pt x="148" y="296"/>
                    </a:lnTo>
                    <a:lnTo>
                      <a:pt x="129" y="294"/>
                    </a:lnTo>
                    <a:lnTo>
                      <a:pt x="110" y="290"/>
                    </a:lnTo>
                    <a:lnTo>
                      <a:pt x="91" y="284"/>
                    </a:lnTo>
                    <a:lnTo>
                      <a:pt x="73" y="277"/>
                    </a:lnTo>
                    <a:lnTo>
                      <a:pt x="57" y="267"/>
                    </a:lnTo>
                    <a:lnTo>
                      <a:pt x="41" y="255"/>
                    </a:lnTo>
                    <a:lnTo>
                      <a:pt x="27" y="240"/>
                    </a:lnTo>
                    <a:lnTo>
                      <a:pt x="16" y="223"/>
                    </a:lnTo>
                    <a:lnTo>
                      <a:pt x="7" y="202"/>
                    </a:lnTo>
                    <a:lnTo>
                      <a:pt x="2" y="178"/>
                    </a:lnTo>
                    <a:lnTo>
                      <a:pt x="0" y="150"/>
                    </a:lnTo>
                    <a:lnTo>
                      <a:pt x="2" y="122"/>
                    </a:lnTo>
                    <a:lnTo>
                      <a:pt x="7" y="98"/>
                    </a:lnTo>
                    <a:lnTo>
                      <a:pt x="16" y="77"/>
                    </a:lnTo>
                    <a:lnTo>
                      <a:pt x="27" y="59"/>
                    </a:lnTo>
                    <a:lnTo>
                      <a:pt x="41" y="45"/>
                    </a:lnTo>
                    <a:lnTo>
                      <a:pt x="57" y="33"/>
                    </a:lnTo>
                    <a:lnTo>
                      <a:pt x="73" y="23"/>
                    </a:lnTo>
                    <a:lnTo>
                      <a:pt x="91" y="16"/>
                    </a:lnTo>
                    <a:lnTo>
                      <a:pt x="110" y="10"/>
                    </a:lnTo>
                    <a:lnTo>
                      <a:pt x="129" y="6"/>
                    </a:lnTo>
                    <a:lnTo>
                      <a:pt x="148" y="3"/>
                    </a:lnTo>
                    <a:lnTo>
                      <a:pt x="167" y="1"/>
                    </a:lnTo>
                    <a:lnTo>
                      <a:pt x="185" y="0"/>
                    </a:lnTo>
                    <a:lnTo>
                      <a:pt x="201" y="0"/>
                    </a:lnTo>
                    <a:lnTo>
                      <a:pt x="2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1" name="Freeform 24">
                <a:extLst>
                  <a:ext uri="{FF2B5EF4-FFF2-40B4-BE49-F238E27FC236}">
                    <a16:creationId xmlns:a16="http://schemas.microsoft.com/office/drawing/2014/main" xmlns="" id="{E013D346-0728-4628-A7B9-15F1191C1C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597" y="4335"/>
                <a:ext cx="217" cy="124"/>
              </a:xfrm>
              <a:custGeom>
                <a:avLst/>
                <a:gdLst>
                  <a:gd name="T0" fmla="*/ 1796 w 2393"/>
                  <a:gd name="T1" fmla="*/ 704 h 1360"/>
                  <a:gd name="T2" fmla="*/ 1761 w 2393"/>
                  <a:gd name="T3" fmla="*/ 720 h 1360"/>
                  <a:gd name="T4" fmla="*/ 1590 w 2393"/>
                  <a:gd name="T5" fmla="*/ 904 h 1360"/>
                  <a:gd name="T6" fmla="*/ 1882 w 2393"/>
                  <a:gd name="T7" fmla="*/ 733 h 1360"/>
                  <a:gd name="T8" fmla="*/ 1851 w 2393"/>
                  <a:gd name="T9" fmla="*/ 709 h 1360"/>
                  <a:gd name="T10" fmla="*/ 1814 w 2393"/>
                  <a:gd name="T11" fmla="*/ 702 h 1360"/>
                  <a:gd name="T12" fmla="*/ 1831 w 2393"/>
                  <a:gd name="T13" fmla="*/ 20 h 1360"/>
                  <a:gd name="T14" fmla="*/ 1950 w 2393"/>
                  <a:gd name="T15" fmla="*/ 61 h 1360"/>
                  <a:gd name="T16" fmla="*/ 2057 w 2393"/>
                  <a:gd name="T17" fmla="*/ 121 h 1360"/>
                  <a:gd name="T18" fmla="*/ 2154 w 2393"/>
                  <a:gd name="T19" fmla="*/ 196 h 1360"/>
                  <a:gd name="T20" fmla="*/ 2235 w 2393"/>
                  <a:gd name="T21" fmla="*/ 286 h 1360"/>
                  <a:gd name="T22" fmla="*/ 2301 w 2393"/>
                  <a:gd name="T23" fmla="*/ 388 h 1360"/>
                  <a:gd name="T24" fmla="*/ 2352 w 2393"/>
                  <a:gd name="T25" fmla="*/ 501 h 1360"/>
                  <a:gd name="T26" fmla="*/ 2382 w 2393"/>
                  <a:gd name="T27" fmla="*/ 622 h 1360"/>
                  <a:gd name="T28" fmla="*/ 2393 w 2393"/>
                  <a:gd name="T29" fmla="*/ 748 h 1360"/>
                  <a:gd name="T30" fmla="*/ 2390 w 2393"/>
                  <a:gd name="T31" fmla="*/ 1230 h 1360"/>
                  <a:gd name="T32" fmla="*/ 2370 w 2393"/>
                  <a:gd name="T33" fmla="*/ 1282 h 1360"/>
                  <a:gd name="T34" fmla="*/ 2335 w 2393"/>
                  <a:gd name="T35" fmla="*/ 1324 h 1360"/>
                  <a:gd name="T36" fmla="*/ 2286 w 2393"/>
                  <a:gd name="T37" fmla="*/ 1351 h 1360"/>
                  <a:gd name="T38" fmla="*/ 2230 w 2393"/>
                  <a:gd name="T39" fmla="*/ 1360 h 1360"/>
                  <a:gd name="T40" fmla="*/ 129 w 2393"/>
                  <a:gd name="T41" fmla="*/ 1358 h 1360"/>
                  <a:gd name="T42" fmla="*/ 77 w 2393"/>
                  <a:gd name="T43" fmla="*/ 1339 h 1360"/>
                  <a:gd name="T44" fmla="*/ 36 w 2393"/>
                  <a:gd name="T45" fmla="*/ 1304 h 1360"/>
                  <a:gd name="T46" fmla="*/ 10 w 2393"/>
                  <a:gd name="T47" fmla="*/ 1256 h 1360"/>
                  <a:gd name="T48" fmla="*/ 0 w 2393"/>
                  <a:gd name="T49" fmla="*/ 1200 h 1360"/>
                  <a:gd name="T50" fmla="*/ 3 w 2393"/>
                  <a:gd name="T51" fmla="*/ 684 h 1360"/>
                  <a:gd name="T52" fmla="*/ 23 w 2393"/>
                  <a:gd name="T53" fmla="*/ 561 h 1360"/>
                  <a:gd name="T54" fmla="*/ 63 w 2393"/>
                  <a:gd name="T55" fmla="*/ 443 h 1360"/>
                  <a:gd name="T56" fmla="*/ 122 w 2393"/>
                  <a:gd name="T57" fmla="*/ 336 h 1360"/>
                  <a:gd name="T58" fmla="*/ 195 w 2393"/>
                  <a:gd name="T59" fmla="*/ 240 h 1360"/>
                  <a:gd name="T60" fmla="*/ 283 w 2393"/>
                  <a:gd name="T61" fmla="*/ 157 h 1360"/>
                  <a:gd name="T62" fmla="*/ 385 w 2393"/>
                  <a:gd name="T63" fmla="*/ 89 h 1360"/>
                  <a:gd name="T64" fmla="*/ 498 w 2393"/>
                  <a:gd name="T65" fmla="*/ 38 h 1360"/>
                  <a:gd name="T66" fmla="*/ 640 w 2393"/>
                  <a:gd name="T67" fmla="*/ 0 h 1360"/>
                  <a:gd name="T68" fmla="*/ 1748 w 2393"/>
                  <a:gd name="T69" fmla="*/ 0 h 1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393" h="1360">
                    <a:moveTo>
                      <a:pt x="1814" y="702"/>
                    </a:moveTo>
                    <a:lnTo>
                      <a:pt x="1796" y="704"/>
                    </a:lnTo>
                    <a:lnTo>
                      <a:pt x="1778" y="709"/>
                    </a:lnTo>
                    <a:lnTo>
                      <a:pt x="1761" y="720"/>
                    </a:lnTo>
                    <a:lnTo>
                      <a:pt x="1746" y="733"/>
                    </a:lnTo>
                    <a:lnTo>
                      <a:pt x="1590" y="904"/>
                    </a:lnTo>
                    <a:lnTo>
                      <a:pt x="2038" y="904"/>
                    </a:lnTo>
                    <a:lnTo>
                      <a:pt x="1882" y="733"/>
                    </a:lnTo>
                    <a:lnTo>
                      <a:pt x="1867" y="719"/>
                    </a:lnTo>
                    <a:lnTo>
                      <a:pt x="1851" y="709"/>
                    </a:lnTo>
                    <a:lnTo>
                      <a:pt x="1833" y="703"/>
                    </a:lnTo>
                    <a:lnTo>
                      <a:pt x="1814" y="702"/>
                    </a:lnTo>
                    <a:close/>
                    <a:moveTo>
                      <a:pt x="1748" y="0"/>
                    </a:moveTo>
                    <a:lnTo>
                      <a:pt x="1831" y="20"/>
                    </a:lnTo>
                    <a:lnTo>
                      <a:pt x="1892" y="38"/>
                    </a:lnTo>
                    <a:lnTo>
                      <a:pt x="1950" y="61"/>
                    </a:lnTo>
                    <a:lnTo>
                      <a:pt x="2005" y="88"/>
                    </a:lnTo>
                    <a:lnTo>
                      <a:pt x="2057" y="121"/>
                    </a:lnTo>
                    <a:lnTo>
                      <a:pt x="2107" y="157"/>
                    </a:lnTo>
                    <a:lnTo>
                      <a:pt x="2154" y="196"/>
                    </a:lnTo>
                    <a:lnTo>
                      <a:pt x="2196" y="239"/>
                    </a:lnTo>
                    <a:lnTo>
                      <a:pt x="2235" y="286"/>
                    </a:lnTo>
                    <a:lnTo>
                      <a:pt x="2270" y="336"/>
                    </a:lnTo>
                    <a:lnTo>
                      <a:pt x="2301" y="388"/>
                    </a:lnTo>
                    <a:lnTo>
                      <a:pt x="2328" y="443"/>
                    </a:lnTo>
                    <a:lnTo>
                      <a:pt x="2352" y="501"/>
                    </a:lnTo>
                    <a:lnTo>
                      <a:pt x="2369" y="561"/>
                    </a:lnTo>
                    <a:lnTo>
                      <a:pt x="2382" y="622"/>
                    </a:lnTo>
                    <a:lnTo>
                      <a:pt x="2390" y="684"/>
                    </a:lnTo>
                    <a:lnTo>
                      <a:pt x="2393" y="748"/>
                    </a:lnTo>
                    <a:lnTo>
                      <a:pt x="2393" y="1200"/>
                    </a:lnTo>
                    <a:lnTo>
                      <a:pt x="2390" y="1230"/>
                    </a:lnTo>
                    <a:lnTo>
                      <a:pt x="2383" y="1256"/>
                    </a:lnTo>
                    <a:lnTo>
                      <a:pt x="2370" y="1282"/>
                    </a:lnTo>
                    <a:lnTo>
                      <a:pt x="2354" y="1304"/>
                    </a:lnTo>
                    <a:lnTo>
                      <a:pt x="2335" y="1324"/>
                    </a:lnTo>
                    <a:lnTo>
                      <a:pt x="2311" y="1339"/>
                    </a:lnTo>
                    <a:lnTo>
                      <a:pt x="2286" y="1351"/>
                    </a:lnTo>
                    <a:lnTo>
                      <a:pt x="2259" y="1358"/>
                    </a:lnTo>
                    <a:lnTo>
                      <a:pt x="2230" y="1360"/>
                    </a:lnTo>
                    <a:lnTo>
                      <a:pt x="157" y="1360"/>
                    </a:lnTo>
                    <a:lnTo>
                      <a:pt x="129" y="1358"/>
                    </a:lnTo>
                    <a:lnTo>
                      <a:pt x="101" y="1351"/>
                    </a:lnTo>
                    <a:lnTo>
                      <a:pt x="77" y="1339"/>
                    </a:lnTo>
                    <a:lnTo>
                      <a:pt x="55" y="1324"/>
                    </a:lnTo>
                    <a:lnTo>
                      <a:pt x="36" y="1304"/>
                    </a:lnTo>
                    <a:lnTo>
                      <a:pt x="21" y="1282"/>
                    </a:lnTo>
                    <a:lnTo>
                      <a:pt x="10" y="1256"/>
                    </a:lnTo>
                    <a:lnTo>
                      <a:pt x="3" y="1230"/>
                    </a:lnTo>
                    <a:lnTo>
                      <a:pt x="0" y="1200"/>
                    </a:lnTo>
                    <a:lnTo>
                      <a:pt x="0" y="748"/>
                    </a:lnTo>
                    <a:lnTo>
                      <a:pt x="3" y="684"/>
                    </a:lnTo>
                    <a:lnTo>
                      <a:pt x="11" y="622"/>
                    </a:lnTo>
                    <a:lnTo>
                      <a:pt x="23" y="561"/>
                    </a:lnTo>
                    <a:lnTo>
                      <a:pt x="41" y="501"/>
                    </a:lnTo>
                    <a:lnTo>
                      <a:pt x="63" y="443"/>
                    </a:lnTo>
                    <a:lnTo>
                      <a:pt x="90" y="389"/>
                    </a:lnTo>
                    <a:lnTo>
                      <a:pt x="122" y="336"/>
                    </a:lnTo>
                    <a:lnTo>
                      <a:pt x="156" y="286"/>
                    </a:lnTo>
                    <a:lnTo>
                      <a:pt x="195" y="240"/>
                    </a:lnTo>
                    <a:lnTo>
                      <a:pt x="237" y="196"/>
                    </a:lnTo>
                    <a:lnTo>
                      <a:pt x="283" y="157"/>
                    </a:lnTo>
                    <a:lnTo>
                      <a:pt x="332" y="121"/>
                    </a:lnTo>
                    <a:lnTo>
                      <a:pt x="385" y="89"/>
                    </a:lnTo>
                    <a:lnTo>
                      <a:pt x="440" y="62"/>
                    </a:lnTo>
                    <a:lnTo>
                      <a:pt x="498" y="38"/>
                    </a:lnTo>
                    <a:lnTo>
                      <a:pt x="559" y="20"/>
                    </a:lnTo>
                    <a:lnTo>
                      <a:pt x="640" y="0"/>
                    </a:lnTo>
                    <a:lnTo>
                      <a:pt x="1193" y="1280"/>
                    </a:lnTo>
                    <a:lnTo>
                      <a:pt x="174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2" name="Freeform 25">
                <a:extLst>
                  <a:ext uri="{FF2B5EF4-FFF2-40B4-BE49-F238E27FC236}">
                    <a16:creationId xmlns:a16="http://schemas.microsoft.com/office/drawing/2014/main" xmlns="" id="{388D3E4B-8569-4D4B-B6C3-A3B9FCAA81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9" y="4347"/>
                <a:ext cx="34" cy="83"/>
              </a:xfrm>
              <a:custGeom>
                <a:avLst/>
                <a:gdLst>
                  <a:gd name="T0" fmla="*/ 135 w 373"/>
                  <a:gd name="T1" fmla="*/ 0 h 915"/>
                  <a:gd name="T2" fmla="*/ 237 w 373"/>
                  <a:gd name="T3" fmla="*/ 0 h 915"/>
                  <a:gd name="T4" fmla="*/ 258 w 373"/>
                  <a:gd name="T5" fmla="*/ 2 h 915"/>
                  <a:gd name="T6" fmla="*/ 278 w 373"/>
                  <a:gd name="T7" fmla="*/ 9 h 915"/>
                  <a:gd name="T8" fmla="*/ 295 w 373"/>
                  <a:gd name="T9" fmla="*/ 21 h 915"/>
                  <a:gd name="T10" fmla="*/ 310 w 373"/>
                  <a:gd name="T11" fmla="*/ 36 h 915"/>
                  <a:gd name="T12" fmla="*/ 321 w 373"/>
                  <a:gd name="T13" fmla="*/ 53 h 915"/>
                  <a:gd name="T14" fmla="*/ 328 w 373"/>
                  <a:gd name="T15" fmla="*/ 74 h 915"/>
                  <a:gd name="T16" fmla="*/ 366 w 373"/>
                  <a:gd name="T17" fmla="*/ 234 h 915"/>
                  <a:gd name="T18" fmla="*/ 368 w 373"/>
                  <a:gd name="T19" fmla="*/ 257 h 915"/>
                  <a:gd name="T20" fmla="*/ 365 w 373"/>
                  <a:gd name="T21" fmla="*/ 281 h 915"/>
                  <a:gd name="T22" fmla="*/ 357 w 373"/>
                  <a:gd name="T23" fmla="*/ 301 h 915"/>
                  <a:gd name="T24" fmla="*/ 345 w 373"/>
                  <a:gd name="T25" fmla="*/ 319 h 915"/>
                  <a:gd name="T26" fmla="*/ 329 w 373"/>
                  <a:gd name="T27" fmla="*/ 334 h 915"/>
                  <a:gd name="T28" fmla="*/ 309 w 373"/>
                  <a:gd name="T29" fmla="*/ 345 h 915"/>
                  <a:gd name="T30" fmla="*/ 287 w 373"/>
                  <a:gd name="T31" fmla="*/ 351 h 915"/>
                  <a:gd name="T32" fmla="*/ 373 w 373"/>
                  <a:gd name="T33" fmla="*/ 438 h 915"/>
                  <a:gd name="T34" fmla="*/ 187 w 373"/>
                  <a:gd name="T35" fmla="*/ 915 h 915"/>
                  <a:gd name="T36" fmla="*/ 0 w 373"/>
                  <a:gd name="T37" fmla="*/ 438 h 915"/>
                  <a:gd name="T38" fmla="*/ 85 w 373"/>
                  <a:gd name="T39" fmla="*/ 351 h 915"/>
                  <a:gd name="T40" fmla="*/ 63 w 373"/>
                  <a:gd name="T41" fmla="*/ 345 h 915"/>
                  <a:gd name="T42" fmla="*/ 44 w 373"/>
                  <a:gd name="T43" fmla="*/ 334 h 915"/>
                  <a:gd name="T44" fmla="*/ 27 w 373"/>
                  <a:gd name="T45" fmla="*/ 319 h 915"/>
                  <a:gd name="T46" fmla="*/ 15 w 373"/>
                  <a:gd name="T47" fmla="*/ 301 h 915"/>
                  <a:gd name="T48" fmla="*/ 7 w 373"/>
                  <a:gd name="T49" fmla="*/ 281 h 915"/>
                  <a:gd name="T50" fmla="*/ 4 w 373"/>
                  <a:gd name="T51" fmla="*/ 257 h 915"/>
                  <a:gd name="T52" fmla="*/ 6 w 373"/>
                  <a:gd name="T53" fmla="*/ 234 h 915"/>
                  <a:gd name="T54" fmla="*/ 44 w 373"/>
                  <a:gd name="T55" fmla="*/ 74 h 915"/>
                  <a:gd name="T56" fmla="*/ 52 w 373"/>
                  <a:gd name="T57" fmla="*/ 53 h 915"/>
                  <a:gd name="T58" fmla="*/ 63 w 373"/>
                  <a:gd name="T59" fmla="*/ 36 h 915"/>
                  <a:gd name="T60" fmla="*/ 77 w 373"/>
                  <a:gd name="T61" fmla="*/ 21 h 915"/>
                  <a:gd name="T62" fmla="*/ 95 w 373"/>
                  <a:gd name="T63" fmla="*/ 9 h 915"/>
                  <a:gd name="T64" fmla="*/ 114 w 373"/>
                  <a:gd name="T65" fmla="*/ 2 h 915"/>
                  <a:gd name="T66" fmla="*/ 135 w 373"/>
                  <a:gd name="T67" fmla="*/ 0 h 9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73" h="915">
                    <a:moveTo>
                      <a:pt x="135" y="0"/>
                    </a:moveTo>
                    <a:lnTo>
                      <a:pt x="237" y="0"/>
                    </a:lnTo>
                    <a:lnTo>
                      <a:pt x="258" y="2"/>
                    </a:lnTo>
                    <a:lnTo>
                      <a:pt x="278" y="9"/>
                    </a:lnTo>
                    <a:lnTo>
                      <a:pt x="295" y="21"/>
                    </a:lnTo>
                    <a:lnTo>
                      <a:pt x="310" y="36"/>
                    </a:lnTo>
                    <a:lnTo>
                      <a:pt x="321" y="53"/>
                    </a:lnTo>
                    <a:lnTo>
                      <a:pt x="328" y="74"/>
                    </a:lnTo>
                    <a:lnTo>
                      <a:pt x="366" y="234"/>
                    </a:lnTo>
                    <a:lnTo>
                      <a:pt x="368" y="257"/>
                    </a:lnTo>
                    <a:lnTo>
                      <a:pt x="365" y="281"/>
                    </a:lnTo>
                    <a:lnTo>
                      <a:pt x="357" y="301"/>
                    </a:lnTo>
                    <a:lnTo>
                      <a:pt x="345" y="319"/>
                    </a:lnTo>
                    <a:lnTo>
                      <a:pt x="329" y="334"/>
                    </a:lnTo>
                    <a:lnTo>
                      <a:pt x="309" y="345"/>
                    </a:lnTo>
                    <a:lnTo>
                      <a:pt x="287" y="351"/>
                    </a:lnTo>
                    <a:lnTo>
                      <a:pt x="373" y="438"/>
                    </a:lnTo>
                    <a:lnTo>
                      <a:pt x="187" y="915"/>
                    </a:lnTo>
                    <a:lnTo>
                      <a:pt x="0" y="438"/>
                    </a:lnTo>
                    <a:lnTo>
                      <a:pt x="85" y="351"/>
                    </a:lnTo>
                    <a:lnTo>
                      <a:pt x="63" y="345"/>
                    </a:lnTo>
                    <a:lnTo>
                      <a:pt x="44" y="334"/>
                    </a:lnTo>
                    <a:lnTo>
                      <a:pt x="27" y="319"/>
                    </a:lnTo>
                    <a:lnTo>
                      <a:pt x="15" y="301"/>
                    </a:lnTo>
                    <a:lnTo>
                      <a:pt x="7" y="281"/>
                    </a:lnTo>
                    <a:lnTo>
                      <a:pt x="4" y="257"/>
                    </a:lnTo>
                    <a:lnTo>
                      <a:pt x="6" y="234"/>
                    </a:lnTo>
                    <a:lnTo>
                      <a:pt x="44" y="74"/>
                    </a:lnTo>
                    <a:lnTo>
                      <a:pt x="52" y="53"/>
                    </a:lnTo>
                    <a:lnTo>
                      <a:pt x="63" y="36"/>
                    </a:lnTo>
                    <a:lnTo>
                      <a:pt x="77" y="21"/>
                    </a:lnTo>
                    <a:lnTo>
                      <a:pt x="95" y="9"/>
                    </a:lnTo>
                    <a:lnTo>
                      <a:pt x="114" y="2"/>
                    </a:lnTo>
                    <a:lnTo>
                      <a:pt x="13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</p:grpSp>
      </p:grpSp>
      <p:sp>
        <p:nvSpPr>
          <p:cNvPr id="10" name="직사각형 9"/>
          <p:cNvSpPr/>
          <p:nvPr/>
        </p:nvSpPr>
        <p:spPr>
          <a:xfrm>
            <a:off x="3176549" y="3528723"/>
            <a:ext cx="239360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kern="0" dirty="0" smtClean="0">
                <a:solidFill>
                  <a:prstClr val="white"/>
                </a:solidFill>
              </a:rPr>
              <a:t>한국산업기술대학교 </a:t>
            </a:r>
            <a:r>
              <a:rPr lang="ko-KR" altLang="en-US" sz="1200" kern="0" dirty="0" err="1" smtClean="0">
                <a:solidFill>
                  <a:prstClr val="white"/>
                </a:solidFill>
              </a:rPr>
              <a:t>게임공학과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176549" y="4150142"/>
            <a:ext cx="1550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kern="0" dirty="0" smtClean="0">
                <a:solidFill>
                  <a:prstClr val="white"/>
                </a:solidFill>
              </a:rPr>
              <a:t>2014180011 </a:t>
            </a:r>
            <a:r>
              <a:rPr lang="ko-KR" altLang="en-US" sz="1200" kern="0" dirty="0" smtClean="0">
                <a:solidFill>
                  <a:prstClr val="white"/>
                </a:solidFill>
              </a:rPr>
              <a:t>김영범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66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4C98E6B-2B63-475F-837A-7E31088AD69A}"/>
              </a:ext>
            </a:extLst>
          </p:cNvPr>
          <p:cNvCxnSpPr/>
          <p:nvPr/>
        </p:nvCxnSpPr>
        <p:spPr>
          <a:xfrm flipH="1">
            <a:off x="3136510" y="1605686"/>
            <a:ext cx="1" cy="434117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xmlns="" id="{D8241E59-0646-41EB-8ED0-090409856B7D}"/>
              </a:ext>
            </a:extLst>
          </p:cNvPr>
          <p:cNvSpPr/>
          <p:nvPr/>
        </p:nvSpPr>
        <p:spPr>
          <a:xfrm>
            <a:off x="2914078" y="146044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Ⅰ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3657838" y="1393291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기본 화면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xmlns="" id="{D8241E59-0646-41EB-8ED0-090409856B7D}"/>
              </a:ext>
            </a:extLst>
          </p:cNvPr>
          <p:cNvSpPr/>
          <p:nvPr/>
        </p:nvSpPr>
        <p:spPr>
          <a:xfrm>
            <a:off x="2914078" y="460909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Ⅱ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3662468" y="4534376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행동 및 조작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184697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나침반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146790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생존 </a:t>
            </a:r>
            <a:r>
              <a:rPr lang="en-US" altLang="ko-KR" sz="1400" dirty="0" smtClean="0">
                <a:solidFill>
                  <a:prstClr val="white"/>
                </a:solidFill>
              </a:rPr>
              <a:t>/</a:t>
            </a:r>
            <a:r>
              <a:rPr lang="ko-KR" altLang="en-US" sz="1400" dirty="0" smtClean="0">
                <a:solidFill>
                  <a:prstClr val="white"/>
                </a:solidFill>
              </a:rPr>
              <a:t> 킬 로그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488222"/>
            <a:ext cx="105699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조준점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829654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스테이터스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3171086"/>
            <a:ext cx="115674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팀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인포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3512518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장비 슬롯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3853949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미니맵</a:t>
            </a:r>
            <a:r>
              <a:rPr lang="ko-KR" altLang="en-US" sz="1400" dirty="0" smtClean="0">
                <a:solidFill>
                  <a:prstClr val="white"/>
                </a:solidFill>
              </a:rPr>
              <a:t> </a:t>
            </a:r>
            <a:r>
              <a:rPr lang="en-US" altLang="ko-KR" sz="1400" dirty="0" smtClean="0">
                <a:solidFill>
                  <a:prstClr val="white"/>
                </a:solidFill>
              </a:rPr>
              <a:t>/ </a:t>
            </a:r>
            <a:r>
              <a:rPr lang="ko-KR" altLang="en-US" sz="1400" dirty="0" smtClean="0">
                <a:solidFill>
                  <a:prstClr val="white"/>
                </a:solidFill>
              </a:rPr>
              <a:t>자기장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498865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조작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52884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상호작용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0" y="563523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아이템 사용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242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4C98E6B-2B63-475F-837A-7E31088AD69A}"/>
              </a:ext>
            </a:extLst>
          </p:cNvPr>
          <p:cNvCxnSpPr/>
          <p:nvPr/>
        </p:nvCxnSpPr>
        <p:spPr>
          <a:xfrm flipH="1">
            <a:off x="3136510" y="763921"/>
            <a:ext cx="1" cy="394652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xmlns="" id="{D8241E59-0646-41EB-8ED0-090409856B7D}"/>
              </a:ext>
            </a:extLst>
          </p:cNvPr>
          <p:cNvSpPr/>
          <p:nvPr/>
        </p:nvSpPr>
        <p:spPr>
          <a:xfrm>
            <a:off x="2914078" y="1460440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Ⅲ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3657838" y="1393290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사격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xmlns="" id="{D8241E59-0646-41EB-8ED0-090409856B7D}"/>
              </a:ext>
            </a:extLst>
          </p:cNvPr>
          <p:cNvSpPr/>
          <p:nvPr/>
        </p:nvSpPr>
        <p:spPr>
          <a:xfrm>
            <a:off x="2914078" y="4409588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Ⅳ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3662468" y="4334873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킬 </a:t>
            </a:r>
            <a:r>
              <a:rPr lang="en-US" altLang="ko-KR" sz="2000" b="1" dirty="0" smtClean="0">
                <a:solidFill>
                  <a:prstClr val="white"/>
                </a:solidFill>
              </a:rPr>
              <a:t>/ </a:t>
            </a:r>
            <a:r>
              <a:rPr lang="ko-KR" altLang="en-US" sz="2000" b="1" dirty="0" smtClean="0">
                <a:solidFill>
                  <a:prstClr val="white"/>
                </a:solidFill>
              </a:rPr>
              <a:t>사망 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184697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IDLE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146789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견착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488221"/>
            <a:ext cx="105699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정조준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2829653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배율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3171085"/>
            <a:ext cx="115674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근접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3512517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투척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4789148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5105593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기절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254421" y="5462852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사망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221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11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079075" y="5735782"/>
            <a:ext cx="2244437" cy="62056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9326880" y="4688378"/>
            <a:ext cx="133834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8545484" y="5095702"/>
            <a:ext cx="781396" cy="118872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9326880" y="1321724"/>
            <a:ext cx="1338349" cy="7813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409900" y="1240905"/>
            <a:ext cx="3703322" cy="49045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35535" y="3474720"/>
            <a:ext cx="731520" cy="6816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1662544" y="4688378"/>
            <a:ext cx="176229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현 3"/>
          <p:cNvSpPr/>
          <p:nvPr/>
        </p:nvSpPr>
        <p:spPr>
          <a:xfrm>
            <a:off x="4233892" y="1235278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4195207" y="1120736"/>
            <a:ext cx="23403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1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9103874" y="1211137"/>
            <a:ext cx="379507" cy="373885"/>
            <a:chOff x="4292883" y="541895"/>
            <a:chExt cx="379507" cy="373885"/>
          </a:xfrm>
        </p:grpSpPr>
        <p:sp>
          <p:nvSpPr>
            <p:cNvPr id="18" name="현 17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xmlns="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2</a:t>
              </a:r>
            </a:p>
          </p:txBody>
        </p:sp>
      </p:grpSp>
      <p:grpSp>
        <p:nvGrpSpPr>
          <p:cNvPr id="20" name="그룹 19"/>
          <p:cNvGrpSpPr/>
          <p:nvPr/>
        </p:nvGrpSpPr>
        <p:grpSpPr>
          <a:xfrm>
            <a:off x="5620844" y="3359675"/>
            <a:ext cx="379507" cy="373885"/>
            <a:chOff x="4292883" y="541895"/>
            <a:chExt cx="379507" cy="373885"/>
          </a:xfrm>
        </p:grpSpPr>
        <p:sp>
          <p:nvSpPr>
            <p:cNvPr id="21" name="현 20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xmlns="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 smtClean="0">
                  <a:solidFill>
                    <a:prstClr val="white"/>
                  </a:solidFill>
                </a:rPr>
                <a:t>3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sp>
        <p:nvSpPr>
          <p:cNvPr id="27" name="현 26"/>
          <p:cNvSpPr/>
          <p:nvPr/>
        </p:nvSpPr>
        <p:spPr>
          <a:xfrm rot="10800000">
            <a:off x="3267647" y="4680065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3373105" y="4558638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5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33" name="현 32"/>
          <p:cNvSpPr/>
          <p:nvPr/>
        </p:nvSpPr>
        <p:spPr>
          <a:xfrm rot="5400000">
            <a:off x="5025141" y="5613710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5050340" y="5422164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4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8322533" y="4982399"/>
            <a:ext cx="379507" cy="373885"/>
            <a:chOff x="4292883" y="541895"/>
            <a:chExt cx="379507" cy="373885"/>
          </a:xfrm>
        </p:grpSpPr>
        <p:sp>
          <p:nvSpPr>
            <p:cNvPr id="35" name="현 34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xmlns="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6</a:t>
              </a:r>
            </a:p>
          </p:txBody>
        </p:sp>
      </p:grpSp>
      <p:sp>
        <p:nvSpPr>
          <p:cNvPr id="41" name="현 40"/>
          <p:cNvSpPr/>
          <p:nvPr/>
        </p:nvSpPr>
        <p:spPr>
          <a:xfrm rot="5400000">
            <a:off x="10386849" y="4563241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xmlns="" id="{76B5609D-62AE-4714-BDF8-6284F2967DFB}"/>
              </a:ext>
            </a:extLst>
          </p:cNvPr>
          <p:cNvSpPr/>
          <p:nvPr/>
        </p:nvSpPr>
        <p:spPr>
          <a:xfrm>
            <a:off x="10420361" y="4371695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77554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42895" y="1332345"/>
            <a:ext cx="901933" cy="1139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311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1)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나침반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219" y="2949844"/>
            <a:ext cx="7553325" cy="695325"/>
          </a:xfrm>
          <a:prstGeom prst="rect">
            <a:avLst/>
          </a:prstGeom>
        </p:spPr>
      </p:pic>
      <p:cxnSp>
        <p:nvCxnSpPr>
          <p:cNvPr id="15" name="직선 화살표 연결선 14"/>
          <p:cNvCxnSpPr/>
          <p:nvPr/>
        </p:nvCxnSpPr>
        <p:spPr>
          <a:xfrm>
            <a:off x="2028305" y="1494535"/>
            <a:ext cx="2003368" cy="14707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>
            <a:off x="5088809" y="1209257"/>
            <a:ext cx="15206" cy="179877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987897" y="472736"/>
            <a:ext cx="3240578" cy="73652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아군이 지도 상에 표기한 마크의 방향을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/>
            </a:r>
            <a:b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</a:b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위치를 기준으로 표시하여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설정해놓은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중요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목표의 방향을 알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cxnSp>
        <p:nvCxnSpPr>
          <p:cNvPr id="28" name="직선 화살표 연결선 27"/>
          <p:cNvCxnSpPr>
            <a:stCxn id="29" idx="0"/>
          </p:cNvCxnSpPr>
          <p:nvPr/>
        </p:nvCxnSpPr>
        <p:spPr>
          <a:xfrm flipH="1" flipV="1">
            <a:off x="5654162" y="3523282"/>
            <a:ext cx="101098" cy="173359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4261821" y="5256872"/>
            <a:ext cx="2986877" cy="100261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에임 방향을 한 눈에 알 수 있도록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상단에 삼각형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마커를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위치시키고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 에임 방향의 폰트를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굵고 크게 표시하고 배경 글자를 지운다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470034" y="2965264"/>
            <a:ext cx="340562" cy="5580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500553" y="3157423"/>
            <a:ext cx="1727922" cy="35886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2056096" y="3523281"/>
            <a:ext cx="645540" cy="123570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429653" y="4758985"/>
            <a:ext cx="3252886" cy="910295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화면을 최대한 가리지 않기 위해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긴 띠 형식의 나침반 모양이 끝으로 갈수록 흐려져 사라지고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배경의 투명도를 설정하여 뒤를 볼 수 있도록 만든다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394065" y="3008034"/>
            <a:ext cx="615142" cy="51524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화살표 연결선 55"/>
          <p:cNvCxnSpPr/>
          <p:nvPr/>
        </p:nvCxnSpPr>
        <p:spPr>
          <a:xfrm flipH="1" flipV="1">
            <a:off x="7740655" y="3480542"/>
            <a:ext cx="487820" cy="12750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7636788" y="4755567"/>
            <a:ext cx="4308601" cy="122959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대략적인 정보와 세부적인 정보를 동시에 전달하기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기존에 익숙한 주요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8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방위는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더 크고 굵게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영어로 표시하고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각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 사이를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15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 단위로 나눠 숫자를 통해 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360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도까지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또한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모든 방향표 위에 선분을 그어 정확한 방향을 나타내고 방향표들을 서로 구분 짓는다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62" name="직선 화살표 연결선 61"/>
          <p:cNvCxnSpPr/>
          <p:nvPr/>
        </p:nvCxnSpPr>
        <p:spPr>
          <a:xfrm flipH="1">
            <a:off x="6207624" y="2580319"/>
            <a:ext cx="442012" cy="64501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6308544" y="1920240"/>
            <a:ext cx="3051588" cy="803204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명확한 기준점을 주어 랜드마크의 역할을 부여하기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북쪽을 나타내는 방위는 노란색으로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058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2552007" y="1358964"/>
            <a:ext cx="344225" cy="13557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2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생존 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킬 로그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>
            <a:stCxn id="10" idx="2"/>
          </p:cNvCxnSpPr>
          <p:nvPr/>
        </p:nvCxnSpPr>
        <p:spPr>
          <a:xfrm>
            <a:off x="2724120" y="1494534"/>
            <a:ext cx="1203646" cy="11904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128" y="2708775"/>
            <a:ext cx="3185220" cy="155312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6184669" y="2008678"/>
            <a:ext cx="640081" cy="99497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3311394" y="3759707"/>
            <a:ext cx="1135915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/>
          <p:nvPr/>
        </p:nvCxnSpPr>
        <p:spPr>
          <a:xfrm flipH="1" flipV="1">
            <a:off x="5394959" y="3699627"/>
            <a:ext cx="2007164" cy="123593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7402124" y="4802894"/>
            <a:ext cx="3702878" cy="1069096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정보를 제공하고 기절 </a:t>
            </a:r>
            <a:r>
              <a:rPr lang="en-US" altLang="ko-KR" sz="1200" dirty="0" smtClean="0">
                <a:solidFill>
                  <a:schemeClr val="accent4"/>
                </a:solidFill>
              </a:rPr>
              <a:t>/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사망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원인을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정확히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표시하기 위해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총기의 종류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차량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근접무기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자기장 등 모두 각기 다른 아이콘을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사용하여 누가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어떤 것으로 쓰러졌는지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6450757" y="1120736"/>
            <a:ext cx="3391512" cy="1148739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남아있는 생존자의 인원수를 표시하여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게임으로서 이후 전략을 펼치는 데에 중요한 도움이 되는 정보를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  <a:p>
            <a:r>
              <a:rPr lang="en-US" altLang="ko-KR" sz="1200" dirty="0" smtClean="0">
                <a:solidFill>
                  <a:schemeClr val="accent4"/>
                </a:solidFill>
              </a:rPr>
              <a:t>(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서바이벌</a:t>
            </a:r>
            <a:r>
              <a:rPr lang="ko-KR" altLang="en-US" sz="1200" dirty="0" smtClean="0">
                <a:solidFill>
                  <a:schemeClr val="accent4"/>
                </a:solidFill>
              </a:rPr>
              <a:t> 정보</a:t>
            </a:r>
            <a:r>
              <a:rPr lang="en-US" altLang="ko-KR" sz="1200" dirty="0" smtClean="0">
                <a:solidFill>
                  <a:schemeClr val="accent4"/>
                </a:solidFill>
              </a:rPr>
              <a:t>)</a:t>
            </a:r>
            <a:endParaRPr lang="en-US" altLang="ko-KR" sz="1200" dirty="0" smtClean="0">
              <a:solidFill>
                <a:schemeClr val="accent4"/>
              </a:solidFill>
            </a:endParaRPr>
          </a:p>
        </p:txBody>
      </p:sp>
      <p:cxnSp>
        <p:nvCxnSpPr>
          <p:cNvPr id="16" name="직선 화살표 연결선 15"/>
          <p:cNvCxnSpPr>
            <a:stCxn id="42" idx="0"/>
          </p:cNvCxnSpPr>
          <p:nvPr/>
        </p:nvCxnSpPr>
        <p:spPr>
          <a:xfrm flipV="1">
            <a:off x="3311394" y="3759707"/>
            <a:ext cx="2968220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1011697" y="4706653"/>
            <a:ext cx="4599394" cy="143645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플레이어 간 전투의 결과를 명백히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표시하고</a:t>
            </a:r>
            <a:r>
              <a:rPr lang="en-US" altLang="ko-KR" sz="1200" dirty="0" smtClean="0">
                <a:solidFill>
                  <a:schemeClr val="accent4"/>
                </a:solidFill>
              </a:rPr>
              <a:t>,</a:t>
            </a:r>
            <a:r>
              <a:rPr lang="ko-KR" altLang="en-US" sz="1200" dirty="0" smtClean="0">
                <a:solidFill>
                  <a:schemeClr val="accent4"/>
                </a:solidFill>
              </a:rPr>
              <a:t>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서바이벌 정보를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제공하기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어떤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플레이어든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기절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혹은 사망했을 경우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그에 해당하는 로그가 뜬다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로그는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직관성과</a:t>
            </a:r>
            <a:r>
              <a:rPr lang="ko-KR" altLang="en-US" sz="1200" dirty="0" smtClean="0">
                <a:solidFill>
                  <a:schemeClr val="accent4"/>
                </a:solidFill>
              </a:rPr>
              <a:t> 편의성을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누가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무엇으로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기절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/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사망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 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형식으로 출력된다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단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전투가 아닌 자연적 요소나 자살일 경우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’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부분이 생략된다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5627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579418" y="1936867"/>
            <a:ext cx="276967" cy="17284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3)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조준점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1856385" y="2109713"/>
            <a:ext cx="2071381" cy="575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22" y="3910535"/>
            <a:ext cx="1715406" cy="1425106"/>
          </a:xfrm>
          <a:prstGeom prst="rect">
            <a:avLst/>
          </a:prstGeom>
        </p:spPr>
      </p:pic>
      <p:sp>
        <p:nvSpPr>
          <p:cNvPr id="24" name="직사각형 23"/>
          <p:cNvSpPr/>
          <p:nvPr/>
        </p:nvSpPr>
        <p:spPr>
          <a:xfrm>
            <a:off x="7215525" y="1332346"/>
            <a:ext cx="3881965" cy="125291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플레이어의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조준점을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보여주어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사격 시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총알이 발사되는 방향을 알 수 있게 해주고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나아가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컴퓨터의 마우스 포인터처럼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화면에서 길을 잃지 않고 목표를 정확히 확인하고 가리킬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056" y="4161099"/>
            <a:ext cx="1618335" cy="1455247"/>
          </a:xfrm>
          <a:prstGeom prst="rect">
            <a:avLst/>
          </a:prstGeom>
        </p:spPr>
      </p:pic>
      <p:cxnSp>
        <p:nvCxnSpPr>
          <p:cNvPr id="25" name="직선 화살표 연결선 24"/>
          <p:cNvCxnSpPr/>
          <p:nvPr/>
        </p:nvCxnSpPr>
        <p:spPr>
          <a:xfrm flipH="1">
            <a:off x="7414953" y="2630978"/>
            <a:ext cx="440576" cy="165785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460" y="2409751"/>
            <a:ext cx="2492397" cy="187908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5744096" y="2227811"/>
            <a:ext cx="1471430" cy="80633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/>
          <p:nvPr/>
        </p:nvCxnSpPr>
        <p:spPr>
          <a:xfrm flipV="1">
            <a:off x="3269786" y="3788953"/>
            <a:ext cx="1571570" cy="109977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>
            <a:stCxn id="28" idx="3"/>
          </p:cNvCxnSpPr>
          <p:nvPr/>
        </p:nvCxnSpPr>
        <p:spPr>
          <a:xfrm flipV="1">
            <a:off x="4389547" y="4888723"/>
            <a:ext cx="764726" cy="3744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353106" y="4888723"/>
            <a:ext cx="4036441" cy="74884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장비한 주무기의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종류에 따라 크로스헤어가 달라져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플레이어의 주무기가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어떤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종류인지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알 수 있다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  <a:r>
              <a:rPr lang="ko-KR" altLang="en-US" sz="1200" dirty="0">
                <a:solidFill>
                  <a:schemeClr val="accent4"/>
                </a:solidFill>
              </a:rPr>
              <a:t> </a:t>
            </a:r>
            <a:endParaRPr lang="en-US" altLang="ko-KR" sz="1200" dirty="0" smtClean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1583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555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87" y="3488679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353750" y="3737562"/>
            <a:ext cx="1343456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4560985" y="2539850"/>
            <a:ext cx="1718629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772839" y="1005771"/>
            <a:ext cx="5640636" cy="153408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장비류를 장비하고 있는 경우 그에 대응하는 아이콘이 생성되어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플레이어가 장비하고 있는 가방과 헬멧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조끼의 레벨과 상태를 보여준다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레벨마다 서로 다른 아이콘을 적용하고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>
                <a:solidFill>
                  <a:schemeClr val="bg1">
                    <a:lumMod val="85000"/>
                  </a:schemeClr>
                </a:solidFill>
              </a:rPr>
              <a:t>방어구의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경우 적의 공격으로 방어도가 깎였을 때 그 비율에 따라 밑에서부터 빨간색으로 채워진다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이를 통해 </a:t>
            </a:r>
            <a:r>
              <a:rPr lang="ko-KR" altLang="en-US" sz="1200" dirty="0">
                <a:solidFill>
                  <a:schemeClr val="accent4"/>
                </a:solidFill>
              </a:rPr>
              <a:t>굳이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 err="1">
                <a:solidFill>
                  <a:schemeClr val="accent4"/>
                </a:solidFill>
              </a:rPr>
              <a:t>인벤토리를</a:t>
            </a:r>
            <a:r>
              <a:rPr lang="ko-KR" altLang="en-US" sz="1200" dirty="0">
                <a:solidFill>
                  <a:schemeClr val="accent4"/>
                </a:solidFill>
              </a:rPr>
              <a:t> 열지 않고도 자신의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장비 상태와 수준을 </a:t>
            </a:r>
            <a:r>
              <a:rPr lang="ko-KR" altLang="en-US" sz="1200" dirty="0">
                <a:solidFill>
                  <a:schemeClr val="accent4"/>
                </a:solidFill>
              </a:rPr>
              <a:t>한 눈에 파악할 수 있고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>
                <a:solidFill>
                  <a:schemeClr val="accent4"/>
                </a:solidFill>
              </a:rPr>
              <a:t>그럼으로써 간편하고 신속한 아이템 </a:t>
            </a:r>
            <a:r>
              <a:rPr lang="ko-KR" altLang="en-US" sz="1200" dirty="0" err="1">
                <a:solidFill>
                  <a:schemeClr val="accent4"/>
                </a:solidFill>
              </a:rPr>
              <a:t>파밍을</a:t>
            </a:r>
            <a:r>
              <a:rPr lang="ko-KR" altLang="en-US" sz="1200" dirty="0">
                <a:solidFill>
                  <a:schemeClr val="accent4"/>
                </a:solidFill>
              </a:rPr>
              <a:t> 유도한다</a:t>
            </a:r>
            <a:r>
              <a:rPr lang="en-US" altLang="ko-KR" sz="1200" dirty="0">
                <a:solidFill>
                  <a:schemeClr val="accent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908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xmlns="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xmlns="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555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87" y="3488679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4697206" y="3737562"/>
            <a:ext cx="2133252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5772839" y="2539850"/>
            <a:ext cx="506776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772839" y="1123721"/>
            <a:ext cx="5640636" cy="141613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현재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들고있는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주무기의 탄약과 발사모드를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총기류의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발사모드가 존재한다면 좌측에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단발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점사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연사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중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하나가 추가로 표시된다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우측에는 장전되어 있는 잔여 탄약과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가방에 보유하고 있는 탄약을 숫자로 표현한다</a:t>
            </a:r>
            <a:r>
              <a:rPr lang="en-US" altLang="ko-KR" sz="120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43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494</Words>
  <Application>Microsoft Office PowerPoint</Application>
  <PresentationFormat>사용자 지정</PresentationFormat>
  <Paragraphs>97</Paragraphs>
  <Slides>10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1" baseType="lpstr"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조땡</dc:creator>
  <cp:lastModifiedBy>user</cp:lastModifiedBy>
  <cp:revision>44</cp:revision>
  <dcterms:created xsi:type="dcterms:W3CDTF">2019-04-30T07:08:39Z</dcterms:created>
  <dcterms:modified xsi:type="dcterms:W3CDTF">2019-05-13T06:12:49Z</dcterms:modified>
</cp:coreProperties>
</file>