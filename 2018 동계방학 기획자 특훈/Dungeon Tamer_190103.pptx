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42"/>
  </p:notesMasterIdLst>
  <p:sldIdLst>
    <p:sldId id="273" r:id="rId3"/>
    <p:sldId id="260" r:id="rId4"/>
    <p:sldId id="288" r:id="rId5"/>
    <p:sldId id="289" r:id="rId6"/>
    <p:sldId id="266" r:id="rId7"/>
    <p:sldId id="290" r:id="rId8"/>
    <p:sldId id="276" r:id="rId9"/>
    <p:sldId id="291" r:id="rId10"/>
    <p:sldId id="315" r:id="rId11"/>
    <p:sldId id="325" r:id="rId12"/>
    <p:sldId id="316" r:id="rId13"/>
    <p:sldId id="317" r:id="rId14"/>
    <p:sldId id="318" r:id="rId15"/>
    <p:sldId id="319" r:id="rId16"/>
    <p:sldId id="320" r:id="rId17"/>
    <p:sldId id="321" r:id="rId18"/>
    <p:sldId id="326" r:id="rId19"/>
    <p:sldId id="322" r:id="rId20"/>
    <p:sldId id="292" r:id="rId21"/>
    <p:sldId id="324" r:id="rId22"/>
    <p:sldId id="323" r:id="rId23"/>
    <p:sldId id="327" r:id="rId24"/>
    <p:sldId id="328" r:id="rId25"/>
    <p:sldId id="329" r:id="rId26"/>
    <p:sldId id="330" r:id="rId27"/>
    <p:sldId id="294" r:id="rId28"/>
    <p:sldId id="293" r:id="rId29"/>
    <p:sldId id="295" r:id="rId30"/>
    <p:sldId id="308" r:id="rId31"/>
    <p:sldId id="296" r:id="rId32"/>
    <p:sldId id="309" r:id="rId33"/>
    <p:sldId id="302" r:id="rId34"/>
    <p:sldId id="303" r:id="rId35"/>
    <p:sldId id="304" r:id="rId36"/>
    <p:sldId id="305" r:id="rId37"/>
    <p:sldId id="306" r:id="rId38"/>
    <p:sldId id="314" r:id="rId39"/>
    <p:sldId id="307" r:id="rId40"/>
    <p:sldId id="275" r:id="rId41"/>
  </p:sldIdLst>
  <p:sldSz cx="12192000" cy="6858000"/>
  <p:notesSz cx="6858000" cy="9144000"/>
  <p:embeddedFontLst>
    <p:embeddedFont>
      <p:font typeface="맑은 고딕" pitchFamily="50" charset="-127"/>
      <p:regular r:id="rId43"/>
      <p:bold r:id="rId44"/>
    </p:embeddedFont>
    <p:embeddedFont>
      <p:font typeface="HY견명조" pitchFamily="18" charset="-127"/>
      <p:regular r:id="rId45"/>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xmlns=""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15" autoAdjust="0"/>
    <p:restoredTop sz="94660" autoAdjust="0"/>
  </p:normalViewPr>
  <p:slideViewPr>
    <p:cSldViewPr snapToGrid="0">
      <p:cViewPr varScale="1">
        <p:scale>
          <a:sx n="71" d="100"/>
          <a:sy n="71" d="100"/>
        </p:scale>
        <p:origin x="-462" y="-102"/>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1.fntdata"/><Relationship Id="rId48" Type="http://schemas.openxmlformats.org/officeDocument/2006/relationships/viewProps" Target="view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2019-01-04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2019-01-04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2019-01-04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2019-01-04</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2019-01-04</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2019-01-04</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2019-01-04</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2019-01-04</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2019-01-04</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2019-01-04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2019-01-04</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2019-01-04</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2019-01-04</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kookje.co.kr/news2011/asp/newsbody.asp?code=0400&amp;key=20180828.22013012447"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itcm.co.kr/g_board/3361399" TargetMode="External"/><Relationship Id="rId1" Type="http://schemas.openxmlformats.org/officeDocument/2006/relationships/slideLayout" Target="../slideLayouts/slideLayout2.xml"/><Relationship Id="rId6" Type="http://schemas.openxmlformats.org/officeDocument/2006/relationships/hyperlink" Target="https://store.steampowered.com/app/503560/911_Operator/" TargetMode="External"/><Relationship Id="rId5" Type="http://schemas.openxmlformats.org/officeDocument/2006/relationships/hyperlink" Target="https://post.naver.com/viewer/postView.nhn?volumeNo=5018435&amp;memberNo=1283967" TargetMode="External"/><Relationship Id="rId4" Type="http://schemas.openxmlformats.org/officeDocument/2006/relationships/hyperlink" Target="https://store.steampowered.com/app/208650/Batman_Arkham_Knight/"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www.accelerated-ideas.com/thedivision/whats-the-difference-between-skills-talents-and-perks.aspx" TargetMode="External"/><Relationship Id="rId7" Type="http://schemas.openxmlformats.org/officeDocument/2006/relationships/hyperlink" Target="https://store.steampowered.com/app/503560/911_Operator/" TargetMode="External"/><Relationship Id="rId2" Type="http://schemas.openxmlformats.org/officeDocument/2006/relationships/hyperlink" Target="https://wegotthiscovered.com/gaming/plan-character-borderlands-2-skill-tree-previews/" TargetMode="External"/><Relationship Id="rId1" Type="http://schemas.openxmlformats.org/officeDocument/2006/relationships/slideLayout" Target="../slideLayouts/slideLayout2.xml"/><Relationship Id="rId6" Type="http://schemas.openxmlformats.org/officeDocument/2006/relationships/hyperlink" Target="https://www.bottersgonnabot.com/automating-skill-checks-in-dead-by-daylight-part-i/" TargetMode="External"/><Relationship Id="rId5" Type="http://schemas.openxmlformats.org/officeDocument/2006/relationships/hyperlink" Target="http://xcom.wikia.com/wiki/File:XCOM_EW_BaseDefense_MissionFail.png" TargetMode="External"/><Relationship Id="rId4" Type="http://schemas.openxmlformats.org/officeDocument/2006/relationships/hyperlink" Target="https://store.steampowered.com/app/785740/This_Is_the_Police_2/"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Tamer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6" y="4596452"/>
            <a:ext cx="6339255"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성장시키고 장비를 </a:t>
            </a:r>
            <a:r>
              <a:rPr lang="ko-KR" altLang="ko-KR" dirty="0" smtClean="0">
                <a:solidFill>
                  <a:schemeClr val="bg1"/>
                </a:solidFill>
                <a:latin typeface="+mn-ea"/>
              </a:rPr>
              <a:t>업그레이드</a:t>
            </a:r>
            <a:endParaRPr lang="en-US" altLang="ko-KR" dirty="0" smtClean="0">
              <a:solidFill>
                <a:schemeClr val="bg1"/>
              </a:solidFill>
              <a:latin typeface="+mn-ea"/>
            </a:endParaRPr>
          </a:p>
          <a:p>
            <a:r>
              <a:rPr lang="ko-KR" altLang="ko-KR" dirty="0" smtClean="0">
                <a:solidFill>
                  <a:schemeClr val="bg1"/>
                </a:solidFill>
                <a:latin typeface="+mn-ea"/>
              </a:rPr>
              <a:t>하여 던전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 및 설정</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a:gradFill>
                  <a:gsLst>
                    <a:gs pos="0">
                      <a:schemeClr val="tx1"/>
                    </a:gs>
                    <a:gs pos="100000">
                      <a:schemeClr val="tx1"/>
                    </a:gs>
                  </a:gsLst>
                  <a:lin ang="5400000" scaled="1"/>
                </a:gradFill>
                <a:latin typeface="맑은 고딕" panose="020B0503020000020004" pitchFamily="50" charset="-127"/>
              </a:rPr>
              <a:t>아이템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2-4. </a:t>
            </a:r>
            <a:r>
              <a:rPr lang="ko-KR" altLang="en-US" sz="2200" b="1" dirty="0">
                <a:gradFill>
                  <a:gsLst>
                    <a:gs pos="0">
                      <a:schemeClr val="tx1"/>
                    </a:gs>
                    <a:gs pos="100000">
                      <a:schemeClr val="tx1"/>
                    </a:gs>
                  </a:gsLst>
                  <a:lin ang="5400000" scaled="1"/>
                </a:gradFill>
                <a:latin typeface="맑은 고딕" panose="020B0503020000020004" pitchFamily="50" charset="-127"/>
              </a:rPr>
              <a:t>던전 </a:t>
            </a:r>
            <a:r>
              <a:rPr lang="en-US" altLang="ko-KR" sz="2200" b="1" dirty="0">
                <a:gradFill>
                  <a:gsLst>
                    <a:gs pos="0">
                      <a:schemeClr val="tx1"/>
                    </a:gs>
                    <a:gs pos="100000">
                      <a:schemeClr val="tx1"/>
                    </a:gs>
                  </a:gsLst>
                  <a:lin ang="5400000" scaled="1"/>
                </a:gradFill>
                <a:latin typeface="맑은 고딕" panose="020B0503020000020004" pitchFamily="50" charset="-127"/>
              </a:rPr>
              <a:t>(</a:t>
            </a:r>
            <a:r>
              <a:rPr lang="ko-KR" altLang="en-US" sz="2200" b="1" dirty="0">
                <a:gradFill>
                  <a:gsLst>
                    <a:gs pos="0">
                      <a:schemeClr val="tx1"/>
                    </a:gs>
                    <a:gs pos="100000">
                      <a:schemeClr val="tx1"/>
                    </a:gs>
                  </a:gsLst>
                  <a:lin ang="5400000" scaled="1"/>
                </a:gradFill>
                <a:latin typeface="맑은 고딕" panose="020B0503020000020004" pitchFamily="50" charset="-127"/>
              </a:rPr>
              <a:t>스테이지</a:t>
            </a:r>
            <a:r>
              <a:rPr lang="en-US" altLang="ko-KR" sz="2200" b="1" dirty="0">
                <a:gradFill>
                  <a:gsLst>
                    <a:gs pos="0">
                      <a:schemeClr val="tx1"/>
                    </a:gs>
                    <a:gs pos="100000">
                      <a:schemeClr val="tx1"/>
                    </a:gs>
                  </a:gsLst>
                  <a:lin ang="5400000" scaled="1"/>
                </a:gradFill>
                <a:latin typeface="맑은 고딕" panose="020B0503020000020004" pitchFamily="50" charset="-127"/>
              </a:rPr>
              <a:t>)</a:t>
            </a: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스토리</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7329598" y="409263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로그라이크</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요소</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6" name="TextBox 25"/>
          <p:cNvSpPr txBox="1"/>
          <p:nvPr/>
        </p:nvSpPr>
        <p:spPr>
          <a:xfrm>
            <a:off x="7329598" y="4652629"/>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3615324"/>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418984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478748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TextBox 31"/>
          <p:cNvSpPr txBox="1"/>
          <p:nvPr/>
        </p:nvSpPr>
        <p:spPr>
          <a:xfrm>
            <a:off x="4151584" y="5699983"/>
            <a:ext cx="7449014"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코멘트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51583" y="481242"/>
            <a:ext cx="751725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후기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28p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4151584" y="1845842"/>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151583" y="3210443"/>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69578"/>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테이밍할</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전략적 플레이에서 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104488904"/>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xmlns="" val="3475047078"/>
                    </a:ext>
                  </a:extLst>
                </a:gridCol>
                <a:gridCol w="5191435">
                  <a:extLst>
                    <a:ext uri="{9D8B030D-6E8A-4147-A177-3AD203B41FA5}">
                      <a16:colId xmlns:a16="http://schemas.microsoft.com/office/drawing/2014/main" xmlns=""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xmlns=""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Tamer</a:t>
                      </a:r>
                      <a:endParaRPr lang="ko-KR" altLang="en-US" dirty="0"/>
                    </a:p>
                  </a:txBody>
                  <a:tcPr anchor="ctr"/>
                </a:tc>
                <a:extLst>
                  <a:ext uri="{0D108BD9-81ED-4DB2-BD59-A6C34878D82A}">
                    <a16:rowId xmlns:a16="http://schemas.microsoft.com/office/drawing/2014/main" xmlns=""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xmlns=""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xmlns=""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xmlns=""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전략 게임과 </a:t>
                      </a:r>
                      <a:r>
                        <a:rPr lang="ko-KR" altLang="en-US" dirty="0" err="1" smtClean="0"/>
                        <a:t>로그라이크를</a:t>
                      </a:r>
                      <a:r>
                        <a:rPr lang="ko-KR" altLang="en-US" baseline="0" dirty="0" smtClean="0"/>
                        <a:t> 선호하는</a:t>
                      </a:r>
                      <a:endParaRPr lang="en-US" altLang="ko-KR" baseline="0" dirty="0" smtClean="0"/>
                    </a:p>
                    <a:p>
                      <a:pPr algn="ctr" latinLnBrk="1"/>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xmlns=""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5</a:t>
            </a:fld>
            <a:endParaRPr lang="ko-KR" altLang="en-US" sz="1800" dirty="0"/>
          </a:p>
        </p:txBody>
      </p:sp>
      <p:pic>
        <p:nvPicPr>
          <p:cNvPr id="1027"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9071" y="777408"/>
            <a:ext cx="4199265"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499998" y="3125709"/>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499997" y="612591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descr="http://db.kookje.co.kr/news2000/photo/2018/0828/L20180828.22013012447i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071" y="3515375"/>
            <a:ext cx="4199265" cy="2610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xmlns="" val="389885132"/>
                    </a:ext>
                  </a:extLst>
                </a:gridCol>
                <a:gridCol w="3991428">
                  <a:extLst>
                    <a:ext uri="{9D8B030D-6E8A-4147-A177-3AD203B41FA5}">
                      <a16:colId xmlns:a16="http://schemas.microsoft.com/office/drawing/2014/main" xmlns="" val="2257908711"/>
                    </a:ext>
                  </a:extLst>
                </a:gridCol>
                <a:gridCol w="4905828">
                  <a:extLst>
                    <a:ext uri="{9D8B030D-6E8A-4147-A177-3AD203B41FA5}">
                      <a16:colId xmlns:a16="http://schemas.microsoft.com/office/drawing/2014/main" xmlns=""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xmlns=""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xmlns=""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xmlns=""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xmlns=""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xmlns=""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xmlns=""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3352798"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 및 설정</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48401"/>
            <a:ext cx="5950972" cy="4662815"/>
          </a:xfrm>
          <a:prstGeom prst="rect">
            <a:avLst/>
          </a:prstGeom>
          <a:noFill/>
        </p:spPr>
        <p:txBody>
          <a:bodyPr wrap="square" rtlCol="0">
            <a:spAutoFit/>
          </a:bodyPr>
          <a:lstStyle/>
          <a:p>
            <a:pPr>
              <a:lnSpc>
                <a:spcPct val="150000"/>
              </a:lnSpc>
            </a:pPr>
            <a:r>
              <a:rPr lang="ko-KR" altLang="en-US" dirty="0" smtClean="0">
                <a:latin typeface="+mn-ea"/>
              </a:rPr>
              <a:t>동부 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이를 해결하기 위해 왕국은 </a:t>
            </a:r>
            <a:r>
              <a:rPr lang="ko-KR" altLang="en-US" dirty="0" err="1" smtClean="0">
                <a:latin typeface="+mn-ea"/>
              </a:rPr>
              <a:t>몬스터들을</a:t>
            </a:r>
            <a:r>
              <a:rPr lang="ko-KR" altLang="en-US" dirty="0" smtClean="0">
                <a:latin typeface="+mn-ea"/>
              </a:rPr>
              <a:t> 길들이는 </a:t>
            </a:r>
            <a:endParaRPr lang="en-US" altLang="ko-KR" dirty="0" smtClean="0">
              <a:latin typeface="+mn-ea"/>
            </a:endParaRPr>
          </a:p>
          <a:p>
            <a:pPr>
              <a:lnSpc>
                <a:spcPct val="150000"/>
              </a:lnSpc>
            </a:pPr>
            <a:r>
              <a:rPr lang="ko-KR" altLang="en-US" dirty="0" smtClean="0">
                <a:latin typeface="+mn-ea"/>
              </a:rPr>
              <a:t>전설의 용사를 마을로 파견하여 던전을 탐험하고 </a:t>
            </a:r>
            <a:endParaRPr lang="en-US" altLang="ko-KR" dirty="0" smtClean="0">
              <a:latin typeface="+mn-ea"/>
            </a:endParaRPr>
          </a:p>
          <a:p>
            <a:pPr>
              <a:lnSpc>
                <a:spcPct val="150000"/>
              </a:lnSpc>
            </a:pPr>
            <a:r>
              <a:rPr lang="ko-KR" altLang="en-US" dirty="0" smtClean="0">
                <a:latin typeface="+mn-ea"/>
              </a:rPr>
              <a:t>위험을 없애라는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과연 용사는 무사히 던전을 정복하고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pic>
        <p:nvPicPr>
          <p:cNvPr id="6" name="그림 5"/>
          <p:cNvPicPr>
            <a:picLocks noChangeAspect="1"/>
          </p:cNvPicPr>
          <p:nvPr/>
        </p:nvPicPr>
        <p:blipFill>
          <a:blip r:embed="rId2"/>
          <a:stretch>
            <a:fillRect/>
          </a:stretch>
        </p:blipFill>
        <p:spPr>
          <a:xfrm>
            <a:off x="213746" y="1523889"/>
            <a:ext cx="4849360" cy="3530970"/>
          </a:xfrm>
          <a:prstGeom prst="rect">
            <a:avLst/>
          </a:prstGeom>
        </p:spPr>
      </p:pic>
      <p:sp>
        <p:nvSpPr>
          <p:cNvPr id="13" name="TextBox 12"/>
          <p:cNvSpPr txBox="1"/>
          <p:nvPr/>
        </p:nvSpPr>
        <p:spPr>
          <a:xfrm>
            <a:off x="1800830" y="5054859"/>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a:t>
            </a:fld>
            <a:endParaRPr lang="ko-KR" altLang="en-US" sz="1800" dirty="0"/>
          </a:p>
        </p:txBody>
      </p:sp>
      <p:sp>
        <p:nvSpPr>
          <p:cNvPr id="13" name="TextBox 12"/>
          <p:cNvSpPr txBox="1"/>
          <p:nvPr/>
        </p:nvSpPr>
        <p:spPr>
          <a:xfrm>
            <a:off x="766917" y="1348401"/>
            <a:ext cx="6577313" cy="3416320"/>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되어 던전을 탐험할 수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latin typeface="+mn-ea"/>
              </a:rPr>
              <a:t>용사 캐릭터는 각기 다른 컨셉과 능력을 보유하고 있습니다</a:t>
            </a:r>
            <a:r>
              <a:rPr lang="en-US" altLang="ko-KR" dirty="0" smtClean="0">
                <a:latin typeface="+mn-ea"/>
              </a:rPr>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무기</a:t>
            </a:r>
            <a:r>
              <a:rPr lang="en-US" altLang="ko-KR" dirty="0" smtClean="0"/>
              <a:t>, </a:t>
            </a:r>
            <a:r>
              <a:rPr lang="ko-KR" altLang="en-US" dirty="0" err="1" smtClean="0"/>
              <a:t>방어구</a:t>
            </a:r>
            <a:r>
              <a:rPr lang="en-US" altLang="ko-KR" dirty="0" smtClean="0"/>
              <a:t>, </a:t>
            </a:r>
            <a:r>
              <a:rPr lang="ko-KR" altLang="en-US" dirty="0" err="1" smtClean="0"/>
              <a:t>악세서리</a:t>
            </a:r>
            <a:r>
              <a:rPr lang="ko-KR" altLang="en-US" dirty="0" smtClean="0"/>
              <a:t> </a:t>
            </a:r>
            <a:r>
              <a:rPr lang="en-US" altLang="ko-KR" dirty="0" smtClean="0"/>
              <a:t>3</a:t>
            </a:r>
            <a:r>
              <a:rPr lang="ko-KR" altLang="en-US" dirty="0" smtClean="0"/>
              <a:t>종류의 장비를 착용할 수 있습니다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a:t>
            </a:r>
            <a:r>
              <a:rPr lang="ko-KR" altLang="en-US" dirty="0" err="1" smtClean="0">
                <a:latin typeface="+mn-ea"/>
              </a:rPr>
              <a:t>로그라이크</a:t>
            </a:r>
            <a:r>
              <a:rPr lang="ko-KR" altLang="en-US" dirty="0" smtClean="0">
                <a:latin typeface="+mn-ea"/>
              </a:rPr>
              <a:t> 요소를 가미하여</a:t>
            </a:r>
            <a:r>
              <a:rPr lang="en-US" altLang="ko-KR" dirty="0" smtClean="0">
                <a:latin typeface="+mn-ea"/>
              </a:rPr>
              <a:t>, </a:t>
            </a:r>
            <a:r>
              <a:rPr lang="ko-KR" altLang="en-US" dirty="0" smtClean="0">
                <a:latin typeface="+mn-ea"/>
              </a:rPr>
              <a:t>용사 캐릭터가 사망하면 </a:t>
            </a:r>
            <a:r>
              <a:rPr lang="en-US" altLang="ko-KR" dirty="0">
                <a:latin typeface="+mn-ea"/>
              </a:rPr>
              <a:t/>
            </a:r>
            <a:br>
              <a:rPr lang="en-US" altLang="ko-KR" dirty="0">
                <a:latin typeface="+mn-ea"/>
              </a:rPr>
            </a:br>
            <a:r>
              <a:rPr lang="en-US" altLang="ko-KR" dirty="0" smtClean="0">
                <a:latin typeface="+mn-ea"/>
              </a:rPr>
              <a:t>  </a:t>
            </a:r>
            <a:r>
              <a:rPr lang="ko-KR" altLang="en-US" dirty="0" smtClean="0">
                <a:latin typeface="+mn-ea"/>
              </a:rPr>
              <a:t>그 시점에서 모든 진행 사항을 잃고 게임 오버 됩니다</a:t>
            </a:r>
            <a:r>
              <a:rPr lang="en-US" altLang="ko-KR" dirty="0" smtClean="0">
                <a:latin typeface="+mn-ea"/>
              </a:rPr>
              <a:t>.</a:t>
            </a: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63300401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xmlns=""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 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9</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4066262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xmlns=""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적 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967430271"/>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xmlns=""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(2</a:t>
                      </a:r>
                      <a:r>
                        <a:rPr lang="ko-KR" altLang="en-US" dirty="0" smtClean="0"/>
                        <a:t>턴 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403635941"/>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ko-KR" altLang="en-US" baseline="0" dirty="0" smtClean="0"/>
                        <a:t> </a:t>
                      </a:r>
                      <a:r>
                        <a:rPr lang="ko-KR" altLang="en-US" dirty="0" smtClean="0"/>
                        <a:t>중 보조형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xmlns=""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39037394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a:t>
                      </a:r>
                      <a:r>
                        <a:rPr lang="en-US" altLang="ko-KR" baseline="0" dirty="0" smtClean="0"/>
                        <a:t> </a:t>
                      </a:r>
                      <a:r>
                        <a:rPr lang="ko-KR" altLang="en-US" baseline="0" dirty="0" smtClean="0"/>
                        <a:t>보조</a:t>
                      </a:r>
                      <a:r>
                        <a:rPr lang="ko-KR" altLang="en-US" dirty="0" smtClean="0"/>
                        <a:t>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xmlns=""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xmlns=""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15</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xmlns="" val="602088556"/>
                  </a:ext>
                </a:extLst>
              </a:tr>
            </a:tbl>
          </a:graphicData>
        </a:graphic>
      </p:graphicFrame>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16</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xmlns="" val="3653911966"/>
                    </a:ext>
                  </a:extLst>
                </a:gridCol>
                <a:gridCol w="8725683">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xmlns="" val="602088556"/>
                  </a:ext>
                </a:extLst>
              </a:tr>
            </a:tbl>
          </a:graphicData>
        </a:graphic>
      </p:graphicFrame>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479433" y="535828"/>
            <a:ext cx="323313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스테이지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 name="TextBox 7"/>
          <p:cNvSpPr txBox="1"/>
          <p:nvPr/>
        </p:nvSpPr>
        <p:spPr>
          <a:xfrm>
            <a:off x="5046338" y="2154137"/>
            <a:ext cx="1398071" cy="461665"/>
          </a:xfrm>
          <a:prstGeom prst="rect">
            <a:avLst/>
          </a:prstGeom>
          <a:noFill/>
        </p:spPr>
        <p:txBody>
          <a:bodyPr wrap="square" rtlCol="0">
            <a:spAutoFit/>
          </a:bodyPr>
          <a:lstStyle/>
          <a:p>
            <a:pPr algn="just"/>
            <a:r>
              <a:rPr lang="ko-KR" altLang="en-US" sz="2400" b="1" dirty="0" smtClean="0">
                <a:latin typeface="+mn-ea"/>
              </a:rPr>
              <a:t>던전</a:t>
            </a:r>
            <a:endParaRPr lang="en-US" altLang="ko-KR" sz="2400" b="1" dirty="0" smtClean="0">
              <a:latin typeface="+mn-ea"/>
            </a:endParaRPr>
          </a:p>
        </p:txBody>
      </p:sp>
      <p:sp>
        <p:nvSpPr>
          <p:cNvPr id="12" name="TextBox 11"/>
          <p:cNvSpPr txBox="1"/>
          <p:nvPr/>
        </p:nvSpPr>
        <p:spPr>
          <a:xfrm>
            <a:off x="5066383" y="4985680"/>
            <a:ext cx="1103470" cy="461665"/>
          </a:xfrm>
          <a:prstGeom prst="rect">
            <a:avLst/>
          </a:prstGeom>
          <a:noFill/>
        </p:spPr>
        <p:txBody>
          <a:bodyPr wrap="square" rtlCol="0">
            <a:spAutoFit/>
          </a:bodyPr>
          <a:lstStyle/>
          <a:p>
            <a:pPr algn="just"/>
            <a:r>
              <a:rPr lang="ko-KR" altLang="en-US" sz="2400" b="1" dirty="0" smtClean="0">
                <a:latin typeface="+mn-ea"/>
              </a:rPr>
              <a:t>상인</a:t>
            </a:r>
            <a:endParaRPr lang="en-US" altLang="ko-KR" sz="2400" b="1" dirty="0" smtClean="0">
              <a:latin typeface="+mn-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pic>
        <p:nvPicPr>
          <p:cNvPr id="5" name="그림 4"/>
          <p:cNvPicPr>
            <a:picLocks noChangeAspect="1"/>
          </p:cNvPicPr>
          <p:nvPr/>
        </p:nvPicPr>
        <p:blipFill>
          <a:blip r:embed="rId2"/>
          <a:stretch>
            <a:fillRect/>
          </a:stretch>
        </p:blipFill>
        <p:spPr>
          <a:xfrm>
            <a:off x="501790" y="1208847"/>
            <a:ext cx="4438556" cy="2492989"/>
          </a:xfrm>
          <a:prstGeom prst="rect">
            <a:avLst/>
          </a:prstGeom>
        </p:spPr>
      </p:pic>
      <p:pic>
        <p:nvPicPr>
          <p:cNvPr id="6" name="그림 5"/>
          <p:cNvPicPr>
            <a:picLocks noChangeAspect="1"/>
          </p:cNvPicPr>
          <p:nvPr/>
        </p:nvPicPr>
        <p:blipFill>
          <a:blip r:embed="rId3"/>
          <a:stretch>
            <a:fillRect/>
          </a:stretch>
        </p:blipFill>
        <p:spPr>
          <a:xfrm>
            <a:off x="7067644" y="2541336"/>
            <a:ext cx="4438556" cy="2492989"/>
          </a:xfrm>
          <a:prstGeom prst="rect">
            <a:avLst/>
          </a:prstGeom>
        </p:spPr>
      </p:pic>
      <p:sp>
        <p:nvSpPr>
          <p:cNvPr id="13" name="TextBox 12"/>
          <p:cNvSpPr txBox="1"/>
          <p:nvPr/>
        </p:nvSpPr>
        <p:spPr>
          <a:xfrm>
            <a:off x="8794798" y="1994067"/>
            <a:ext cx="1448620" cy="461665"/>
          </a:xfrm>
          <a:prstGeom prst="rect">
            <a:avLst/>
          </a:prstGeom>
          <a:noFill/>
        </p:spPr>
        <p:txBody>
          <a:bodyPr wrap="square" rtlCol="0">
            <a:spAutoFit/>
          </a:bodyPr>
          <a:lstStyle/>
          <a:p>
            <a:pPr algn="just"/>
            <a:r>
              <a:rPr lang="ko-KR" altLang="en-US" sz="2400" b="1" dirty="0" smtClean="0">
                <a:latin typeface="+mn-ea"/>
              </a:rPr>
              <a:t>전투</a:t>
            </a:r>
            <a:endParaRPr lang="en-US" altLang="ko-KR" sz="2400" b="1" dirty="0" smtClean="0">
              <a:latin typeface="+mn-ea"/>
            </a:endParaRPr>
          </a:p>
        </p:txBody>
      </p:sp>
      <p:pic>
        <p:nvPicPr>
          <p:cNvPr id="9" name="그림 8"/>
          <p:cNvPicPr>
            <a:picLocks noChangeAspect="1"/>
          </p:cNvPicPr>
          <p:nvPr/>
        </p:nvPicPr>
        <p:blipFill>
          <a:blip r:embed="rId4"/>
          <a:stretch>
            <a:fillRect/>
          </a:stretch>
        </p:blipFill>
        <p:spPr>
          <a:xfrm>
            <a:off x="501790" y="4042474"/>
            <a:ext cx="4438556" cy="2492989"/>
          </a:xfrm>
          <a:prstGeom prst="rect">
            <a:avLst/>
          </a:prstGeom>
        </p:spPr>
      </p:pic>
      <p:sp>
        <p:nvSpPr>
          <p:cNvPr id="15" name="TextBox 14"/>
          <p:cNvSpPr txBox="1"/>
          <p:nvPr/>
        </p:nvSpPr>
        <p:spPr>
          <a:xfrm>
            <a:off x="4679414" y="2633591"/>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3</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8348218" y="5061534"/>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7" name="TextBox 16"/>
          <p:cNvSpPr txBox="1"/>
          <p:nvPr/>
        </p:nvSpPr>
        <p:spPr>
          <a:xfrm>
            <a:off x="4567003" y="548422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5</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6781187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전투 후 용사의 </a:t>
            </a:r>
            <a:r>
              <a:rPr lang="ko-KR" altLang="en-US" dirty="0"/>
              <a:t>것</a:t>
            </a:r>
            <a:r>
              <a:rPr lang="ko-KR" altLang="en-US" dirty="0" smtClean="0"/>
              <a:t>이 </a:t>
            </a:r>
            <a:r>
              <a:rPr lang="ko-KR" altLang="en-US" dirty="0" smtClean="0"/>
              <a:t>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a:t>
            </a:r>
            <a:r>
              <a:rPr lang="ko-KR" altLang="en-US" dirty="0" smtClean="0"/>
              <a:t>재사용할 수 </a:t>
            </a:r>
            <a:r>
              <a:rPr lang="ko-KR" altLang="en-US" dirty="0" smtClean="0"/>
              <a:t>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a:t>
            </a:r>
            <a:r>
              <a:rPr lang="en-US" altLang="ko-KR" dirty="0"/>
              <a:t>3</a:t>
            </a:r>
            <a:r>
              <a:rPr lang="ko-KR" altLang="en-US" dirty="0" smtClean="0"/>
              <a:t>마리까지 </a:t>
            </a:r>
            <a:r>
              <a:rPr lang="ko-KR" altLang="en-US" dirty="0" smtClean="0"/>
              <a:t>파티를 편성할 수 있다</a:t>
            </a:r>
            <a:r>
              <a:rPr lang="en-US" altLang="ko-KR" dirty="0" smtClean="0"/>
              <a:t>.</a:t>
            </a:r>
            <a:endParaRPr lang="en-US" altLang="ko-KR" dirty="0" smtClean="0">
              <a:latin typeface="+mn-ea"/>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4268948201"/>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baseline="0"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530292396"/>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762461420"/>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xmlns="" val="3653911966"/>
                    </a:ext>
                  </a:extLst>
                </a:gridCol>
                <a:gridCol w="10391005">
                  <a:extLst>
                    <a:ext uri="{9D8B030D-6E8A-4147-A177-3AD203B41FA5}">
                      <a16:colId xmlns:a16="http://schemas.microsoft.com/office/drawing/2014/main" xmlns=""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xmlns=""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기능형</a:t>
                      </a:r>
                      <a:endParaRPr lang="ko-KR" altLang="en-US" dirty="0"/>
                    </a:p>
                  </a:txBody>
                  <a:tcPr anchor="ctr"/>
                </a:tc>
                <a:extLst>
                  <a:ext uri="{0D108BD9-81ED-4DB2-BD59-A6C34878D82A}">
                    <a16:rowId xmlns:a16="http://schemas.microsoft.com/office/drawing/2014/main" xmlns=""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xmlns=""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xmlns=""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xmlns=""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xmlns=""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xmlns=""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xmlns=""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xmlns=""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xmlns=""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181482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469359"/>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a:t>
            </a:r>
            <a:r>
              <a:rPr lang="ko-KR" altLang="en-US" sz="3200" b="1"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94135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181482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469359"/>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a:t>
            </a:r>
            <a:r>
              <a:rPr lang="ko-KR" altLang="en-US" sz="3200" b="1"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5" name="직선 화살표 연결선 7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6" name="직선 화살표 연결선 7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7" name="직선 화살표 연결선 7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8" name="직선 화살표 연결선 7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1" name="직선 화살표 연결선 80"/>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5" name="직선 화살표 연결선 84"/>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 name="직선 화살표 연결선 90"/>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5" name="직선 화살표 연결선 94"/>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1" name="직선 화살표 연결선 100"/>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직선 화살표 연결선 113"/>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spTree>
    <p:extLst>
      <p:ext uri="{BB962C8B-B14F-4D97-AF65-F5344CB8AC3E}">
        <p14:creationId xmlns:p14="http://schemas.microsoft.com/office/powerpoint/2010/main" val="401015570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xmlns="" val="3321536260"/>
                    </a:ext>
                  </a:extLst>
                </a:gridCol>
                <a:gridCol w="6285865">
                  <a:extLst>
                    <a:ext uri="{9D8B030D-6E8A-4147-A177-3AD203B41FA5}">
                      <a16:colId xmlns:a16="http://schemas.microsoft.com/office/drawing/2014/main" xmlns="" val="2362139744"/>
                    </a:ext>
                  </a:extLst>
                </a:gridCol>
                <a:gridCol w="2451734">
                  <a:extLst>
                    <a:ext uri="{9D8B030D-6E8A-4147-A177-3AD203B41FA5}">
                      <a16:colId xmlns:a16="http://schemas.microsoft.com/office/drawing/2014/main" xmlns=""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xmlns=""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xmlns=""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xmlns=""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xmlns=""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xmlns=""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xmlns=""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xmlns=""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xmlns=""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27</a:t>
            </a:fld>
            <a:endParaRPr lang="ko-KR" altLang="en-US" sz="1800" dirty="0"/>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4524315"/>
          </a:xfrm>
          <a:prstGeom prst="rect">
            <a:avLst/>
          </a:prstGeom>
          <a:noFill/>
        </p:spPr>
        <p:txBody>
          <a:bodyPr wrap="square" rtlCol="0">
            <a:spAutoFit/>
          </a:bodyPr>
          <a:lstStyle/>
          <a:p>
            <a:r>
              <a:rPr lang="en-US" altLang="ko-KR" sz="2400" dirty="0" smtClean="0"/>
              <a:t>• </a:t>
            </a:r>
            <a:r>
              <a:rPr lang="ko-KR" altLang="ko-KR" sz="2400" dirty="0" smtClean="0"/>
              <a:t>플레이</a:t>
            </a:r>
            <a:r>
              <a:rPr lang="ko-KR" altLang="en-US" sz="2400" dirty="0" smtClean="0"/>
              <a:t>어가 캐릭터를 선택하면 탐험이 </a:t>
            </a:r>
            <a:r>
              <a:rPr lang="ko-KR" altLang="en-US" sz="2400" dirty="0" smtClean="0"/>
              <a:t>시작됩니다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던전은 입구부터 </a:t>
            </a:r>
            <a:r>
              <a:rPr lang="ko-KR" altLang="en-US" sz="2400" dirty="0" err="1" smtClean="0"/>
              <a:t>최심부까지</a:t>
            </a:r>
            <a:r>
              <a:rPr lang="ko-KR" altLang="en-US" sz="2400" dirty="0" smtClean="0"/>
              <a:t> 이어져있으며</a:t>
            </a:r>
            <a:r>
              <a:rPr lang="en-US" altLang="ko-KR" sz="2400" dirty="0" smtClean="0"/>
              <a:t>, </a:t>
            </a:r>
            <a:r>
              <a:rPr lang="ko-KR" altLang="en-US" sz="2400" dirty="0" smtClean="0"/>
              <a:t>한 번에 하나의 방을 탐험할 수 </a:t>
            </a:r>
            <a:r>
              <a:rPr lang="ko-KR" altLang="en-US" sz="2400" dirty="0" smtClean="0"/>
              <a:t>있습니다</a:t>
            </a:r>
            <a:r>
              <a:rPr lang="en-US" altLang="ko-KR" sz="2400" dirty="0" smtClean="0"/>
              <a:t>.</a:t>
            </a:r>
          </a:p>
          <a:p>
            <a:endParaRPr lang="en-US" altLang="ko-KR" sz="2400" dirty="0" smtClean="0"/>
          </a:p>
          <a:p>
            <a:r>
              <a:rPr lang="en-US" altLang="ko-KR" sz="2400" dirty="0"/>
              <a:t>• </a:t>
            </a:r>
            <a:r>
              <a:rPr lang="ko-KR" altLang="en-US" sz="2400" dirty="0"/>
              <a:t>한번 클리어한 방을 다시 클리어할 수는 </a:t>
            </a:r>
            <a:r>
              <a:rPr lang="ko-KR" altLang="en-US" sz="2400" dirty="0" smtClean="0"/>
              <a:t>없습니다</a:t>
            </a:r>
            <a:r>
              <a:rPr lang="en-US" altLang="ko-KR" sz="2400" dirty="0" smtClean="0"/>
              <a:t>.</a:t>
            </a:r>
            <a:endParaRPr lang="en-US" altLang="ko-KR" sz="2400" dirty="0"/>
          </a:p>
          <a:p>
            <a:r>
              <a:rPr lang="en-US" altLang="ko-KR" sz="2400" dirty="0"/>
              <a:t/>
            </a:r>
            <a:br>
              <a:rPr lang="en-US" altLang="ko-KR" sz="2400" dirty="0"/>
            </a:br>
            <a:r>
              <a:rPr lang="en-US" altLang="ko-KR" sz="2400" dirty="0"/>
              <a:t>•</a:t>
            </a:r>
            <a:r>
              <a:rPr lang="en-US" altLang="ko-KR" sz="2400" dirty="0" smtClean="0"/>
              <a:t> </a:t>
            </a:r>
            <a:r>
              <a:rPr lang="ko-KR" altLang="en-US" sz="2400" dirty="0" smtClean="0"/>
              <a:t>던전의 </a:t>
            </a:r>
            <a:r>
              <a:rPr lang="ko-KR" altLang="en-US" sz="2400" dirty="0" err="1" smtClean="0"/>
              <a:t>최심부를</a:t>
            </a:r>
            <a:r>
              <a:rPr lang="ko-KR" altLang="en-US" sz="2400" dirty="0" smtClean="0"/>
              <a:t> 클리어하는 것이 </a:t>
            </a:r>
            <a:r>
              <a:rPr lang="ko-KR" altLang="en-US" sz="2400" dirty="0" smtClean="0"/>
              <a:t>목표입니다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28</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2677656"/>
          </a:xfrm>
          <a:prstGeom prst="rect">
            <a:avLst/>
          </a:prstGeom>
          <a:noFill/>
        </p:spPr>
        <p:txBody>
          <a:bodyPr wrap="square" rtlCol="0">
            <a:spAutoFit/>
          </a:bodyPr>
          <a:lstStyle/>
          <a:p>
            <a:r>
              <a:rPr lang="en-US" altLang="ko-KR" sz="2400" dirty="0"/>
              <a:t>• </a:t>
            </a:r>
            <a:r>
              <a:rPr lang="ko-KR" altLang="en-US" sz="2400" dirty="0" smtClean="0"/>
              <a:t>아군 캐릭터와 적 몬스터의 최대 </a:t>
            </a:r>
            <a:r>
              <a:rPr lang="en-US" altLang="ko-KR" sz="2400" dirty="0" smtClean="0"/>
              <a:t>4:4 </a:t>
            </a:r>
            <a:r>
              <a:rPr lang="ko-KR" altLang="en-US" sz="2400" dirty="0" smtClean="0"/>
              <a:t>전투로 </a:t>
            </a:r>
            <a:r>
              <a:rPr lang="ko-KR" altLang="en-US" sz="2400" dirty="0" smtClean="0"/>
              <a:t>진행됩니다</a:t>
            </a:r>
            <a:r>
              <a:rPr lang="en-US" altLang="ko-KR" sz="2400" dirty="0" smtClean="0"/>
              <a:t>.</a:t>
            </a:r>
          </a:p>
          <a:p>
            <a:r>
              <a:rPr lang="en-US" altLang="ko-KR" sz="2400" dirty="0" smtClean="0"/>
              <a:t/>
            </a:r>
            <a:br>
              <a:rPr lang="en-US" altLang="ko-KR" sz="2400" dirty="0" smtClean="0"/>
            </a:br>
            <a:r>
              <a:rPr lang="en-US" altLang="ko-KR" sz="2400" dirty="0"/>
              <a:t>• </a:t>
            </a:r>
            <a:r>
              <a:rPr lang="ko-KR" altLang="en-US" sz="2400" dirty="0" smtClean="0"/>
              <a:t>아군부터</a:t>
            </a:r>
            <a:r>
              <a:rPr lang="en-US" altLang="ko-KR" sz="2400" dirty="0" smtClean="0"/>
              <a:t>, </a:t>
            </a:r>
            <a:r>
              <a:rPr lang="ko-KR" altLang="en-US" sz="2400" dirty="0" smtClean="0"/>
              <a:t>가장 왼쪽 캐릭터부터  시작하여</a:t>
            </a:r>
            <a:r>
              <a:rPr lang="en-US" altLang="ko-KR" sz="2400" dirty="0" smtClean="0"/>
              <a:t>, </a:t>
            </a:r>
            <a:r>
              <a:rPr lang="ko-KR" altLang="en-US" sz="2400" dirty="0" smtClean="0"/>
              <a:t>차례대로 한 진영의 모든 캐릭터가 행동을 마치면 차례가 </a:t>
            </a:r>
            <a:r>
              <a:rPr lang="ko-KR" altLang="en-US" sz="2400" dirty="0" smtClean="0"/>
              <a:t>넘어갑니다</a:t>
            </a:r>
            <a:r>
              <a:rPr lang="en-US" altLang="ko-KR" sz="2400" dirty="0" smtClean="0"/>
              <a:t>.</a:t>
            </a:r>
            <a:endParaRPr lang="en-US"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29</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416320"/>
          </a:xfrm>
          <a:prstGeom prst="rect">
            <a:avLst/>
          </a:prstGeom>
          <a:noFill/>
        </p:spPr>
        <p:txBody>
          <a:bodyPr wrap="square" rtlCol="0">
            <a:spAutoFit/>
          </a:bodyPr>
          <a:lstStyle/>
          <a:p>
            <a:r>
              <a:rPr lang="en-US" altLang="ko-KR" sz="2400" dirty="0"/>
              <a:t>• </a:t>
            </a:r>
            <a:r>
              <a:rPr lang="ko-KR" altLang="en-US" sz="2400" dirty="0" smtClean="0"/>
              <a:t>아군 캐릭터들은 전투를 통해 경험치를 획득하고</a:t>
            </a:r>
            <a:r>
              <a:rPr lang="en-US" altLang="ko-KR" sz="2400" dirty="0" smtClean="0"/>
              <a:t>, </a:t>
            </a:r>
            <a:r>
              <a:rPr lang="ko-KR" altLang="en-US" sz="2400" dirty="0" smtClean="0"/>
              <a:t>일정한 경험치를 만족하면 </a:t>
            </a:r>
            <a:r>
              <a:rPr lang="ko-KR" altLang="en-US" sz="2400" dirty="0" err="1" smtClean="0"/>
              <a:t>레벨업</a:t>
            </a:r>
            <a:r>
              <a:rPr lang="ko-KR" altLang="en-US" sz="2400" dirty="0" smtClean="0"/>
              <a:t> 하여 </a:t>
            </a:r>
            <a:r>
              <a:rPr lang="ko-KR" altLang="en-US" sz="2400" dirty="0" smtClean="0"/>
              <a:t>성장합니다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동일한 몬스터를 재료로 사용하여 특정 몬스터를 강화할 수 있습니다</a:t>
            </a:r>
            <a:r>
              <a:rPr lang="en-US" altLang="ko-KR" sz="2400" dirty="0" smtClean="0"/>
              <a:t>.</a:t>
            </a:r>
          </a:p>
          <a:p>
            <a:endParaRPr lang="en-US" altLang="ko-KR" sz="2400" dirty="0"/>
          </a:p>
          <a:p>
            <a:r>
              <a:rPr lang="en-US" altLang="ko-KR" sz="2400" dirty="0"/>
              <a:t>• </a:t>
            </a:r>
            <a:r>
              <a:rPr lang="ko-KR" altLang="en-US" sz="2400" dirty="0" smtClean="0"/>
              <a:t>캐릭터에게 아이템을 </a:t>
            </a:r>
            <a:r>
              <a:rPr lang="ko-KR" altLang="en-US" sz="2400" dirty="0" err="1" smtClean="0"/>
              <a:t>장비시켜</a:t>
            </a:r>
            <a:r>
              <a:rPr lang="ko-KR" altLang="en-US" sz="2400" dirty="0" smtClean="0"/>
              <a:t> 능력을 향상시킬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30</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785652"/>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smtClean="0"/>
              <a:t>캐릭터와 몬스터가 가진 능력과 스킬을 활용하여 다양한 전략을 사용할 수 있습니다</a:t>
            </a:r>
            <a:r>
              <a:rPr lang="en-US" altLang="ko-KR" sz="2400" dirty="0" smtClean="0"/>
              <a:t>.</a:t>
            </a:r>
          </a:p>
          <a:p>
            <a:endParaRPr lang="en-US" altLang="ko-KR" sz="2400" dirty="0"/>
          </a:p>
          <a:p>
            <a:r>
              <a:rPr lang="en-US" altLang="ko-KR" sz="2400" dirty="0"/>
              <a:t>•</a:t>
            </a:r>
            <a:r>
              <a:rPr lang="en-US" altLang="ko-KR" sz="2400" dirty="0" smtClean="0"/>
              <a:t> </a:t>
            </a:r>
            <a:r>
              <a:rPr lang="ko-KR" altLang="en-US" sz="2400" dirty="0" smtClean="0"/>
              <a:t>아이템으로 아군의 장점을 살리고 약점을 커버할 수 있습니다</a:t>
            </a:r>
            <a:r>
              <a:rPr lang="en-US" altLang="ko-KR" sz="2400" dirty="0" smtClean="0"/>
              <a:t>.</a:t>
            </a:r>
            <a:endParaRPr lang="en-US" altLang="ko-KR" sz="2400" dirty="0"/>
          </a:p>
          <a:p>
            <a:pPr marL="285750" indent="-285750">
              <a:buFontTx/>
              <a:buChar char="-"/>
            </a:pPr>
            <a:endParaRPr lang="en-US" altLang="ko-KR" sz="2400" dirty="0"/>
          </a:p>
          <a:p>
            <a:r>
              <a:rPr lang="en-US" altLang="ko-KR" sz="2400" dirty="0" smtClean="0"/>
              <a:t>• </a:t>
            </a:r>
            <a:r>
              <a:rPr lang="ko-KR" altLang="en-US" sz="2400" dirty="0" smtClean="0"/>
              <a:t>아군과 적의 상성을 파악하여 원하는 조합을 편성하고 전술을 펼칠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제작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539704"/>
          </a:xfrm>
          <a:prstGeom prst="rect">
            <a:avLst/>
          </a:prstGeom>
          <a:noFill/>
        </p:spPr>
        <p:txBody>
          <a:bodyPr wrap="square" rtlCol="0">
            <a:spAutoFit/>
          </a:bodyPr>
          <a:lstStyle/>
          <a:p>
            <a:r>
              <a:rPr lang="ko-KR" altLang="en-US" sz="2000" u="sng" dirty="0" smtClean="0"/>
              <a:t>전투 시스템</a:t>
            </a:r>
            <a:r>
              <a:rPr lang="en-US" altLang="ko-KR" sz="2000" u="sng" dirty="0" smtClean="0"/>
              <a:t>, </a:t>
            </a:r>
            <a:r>
              <a:rPr lang="ko-KR" altLang="en-US" sz="2000" u="sng" dirty="0" smtClean="0"/>
              <a:t>육성 시스템</a:t>
            </a:r>
            <a:r>
              <a:rPr lang="ko-KR" altLang="ko-KR" sz="2000" u="sng" dirty="0" smtClean="0"/>
              <a:t>을 </a:t>
            </a:r>
            <a:r>
              <a:rPr lang="ko-KR" altLang="ko-KR" sz="2000" u="sng" dirty="0"/>
              <a:t>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en-US" sz="2000" u="sng" dirty="0" smtClean="0"/>
              <a:t>상성과 능력에 관한 구체적인 시스템과 밸런스에</a:t>
            </a:r>
            <a:r>
              <a:rPr lang="ko-KR" altLang="ko-KR" sz="2000" u="sng" dirty="0" smtClean="0"/>
              <a:t> </a:t>
            </a:r>
            <a:r>
              <a:rPr lang="ko-KR" altLang="ko-KR" sz="2000" u="sng" dirty="0"/>
              <a:t>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smtClean="0"/>
              <a:t>• </a:t>
            </a:r>
            <a:r>
              <a:rPr lang="ko-KR" altLang="en-US" sz="2000" dirty="0" smtClean="0"/>
              <a:t>캐릭터와 </a:t>
            </a:r>
            <a:r>
              <a:rPr lang="ko-KR" altLang="en-US" sz="2000" dirty="0" err="1" smtClean="0"/>
              <a:t>몬스터</a:t>
            </a:r>
            <a:r>
              <a:rPr lang="ko-KR" altLang="en-US" sz="2000" dirty="0" smtClean="0"/>
              <a:t> 각각의 </a:t>
            </a:r>
            <a:r>
              <a:rPr lang="ko-KR" altLang="en-US" sz="2000" dirty="0" err="1" smtClean="0"/>
              <a:t>컨셉에</a:t>
            </a:r>
            <a:r>
              <a:rPr lang="ko-KR" altLang="en-US" sz="2000" dirty="0" smtClean="0"/>
              <a:t> 맞는 전투 방식과 능력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수치와 상성을 기반으로 공식을 설정하여 실질적인 전투 시스템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아이템과 </a:t>
            </a:r>
            <a:r>
              <a:rPr lang="ko-KR" altLang="en-US" sz="2000" dirty="0" err="1" smtClean="0"/>
              <a:t>레벨업을</a:t>
            </a:r>
            <a:r>
              <a:rPr lang="ko-KR" altLang="en-US" sz="2000" dirty="0" smtClean="0"/>
              <a:t> 고려한 </a:t>
            </a:r>
            <a:r>
              <a:rPr lang="ko-KR" altLang="en-US" sz="2000" dirty="0" err="1" smtClean="0"/>
              <a:t>스테이터스</a:t>
            </a:r>
            <a:r>
              <a:rPr lang="ko-KR" altLang="en-US" sz="2000" dirty="0" smtClean="0"/>
              <a:t> 밸런스 설정과 조정</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err="1" smtClean="0"/>
              <a:t>던전</a:t>
            </a:r>
            <a:r>
              <a:rPr lang="ko-KR" altLang="en-US" sz="2000" dirty="0" smtClean="0"/>
              <a:t> 내 세부 </a:t>
            </a:r>
            <a:r>
              <a:rPr lang="ko-KR" altLang="en-US" sz="2000" dirty="0" err="1" smtClean="0"/>
              <a:t>에어리어들</a:t>
            </a:r>
            <a:r>
              <a:rPr lang="ko-KR" altLang="en-US" sz="2000" dirty="0" smtClean="0"/>
              <a:t> 및 전투</a:t>
            </a:r>
            <a:r>
              <a:rPr lang="en-US" altLang="ko-KR" sz="2000" dirty="0" smtClean="0"/>
              <a:t>(</a:t>
            </a:r>
            <a:r>
              <a:rPr lang="ko-KR" altLang="en-US" sz="2000" dirty="0" err="1" smtClean="0"/>
              <a:t>던전</a:t>
            </a:r>
            <a:r>
              <a:rPr lang="en-US" altLang="ko-KR" sz="2000" dirty="0" smtClean="0"/>
              <a:t>)</a:t>
            </a:r>
            <a:r>
              <a:rPr lang="ko-KR" altLang="en-US" sz="2000" dirty="0" smtClean="0"/>
              <a:t> 레벨 디자인 기획</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a:t>• </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32</a:t>
            </a:fld>
            <a:endParaRPr lang="ko-KR" altLang="en-US" sz="1800" dirty="0"/>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제작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코멘트</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100636" y="765119"/>
            <a:ext cx="1990726"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코멘트</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451419"/>
            <a:ext cx="10869388" cy="4893647"/>
          </a:xfrm>
          <a:prstGeom prst="rect">
            <a:avLst/>
          </a:prstGeom>
          <a:noFill/>
        </p:spPr>
        <p:txBody>
          <a:bodyPr wrap="square" rtlCol="0">
            <a:spAutoFit/>
          </a:bodyPr>
          <a:lstStyle/>
          <a:p>
            <a:r>
              <a:rPr lang="en-US" altLang="ko-KR" dirty="0"/>
              <a:t>•</a:t>
            </a:r>
            <a:r>
              <a:rPr lang="en-US" altLang="ko-KR" dirty="0" smtClean="0"/>
              <a:t> </a:t>
            </a:r>
            <a:r>
              <a:rPr lang="ko-KR" altLang="ko-KR" dirty="0" smtClean="0"/>
              <a:t>초기에는 </a:t>
            </a:r>
            <a:r>
              <a:rPr lang="en-US" altLang="ko-KR" dirty="0"/>
              <a:t>3D </a:t>
            </a:r>
            <a:r>
              <a:rPr lang="ko-KR" altLang="ko-KR" dirty="0"/>
              <a:t>시뮬레이션 게임을 생각했으나</a:t>
            </a:r>
            <a:r>
              <a:rPr lang="en-US" altLang="ko-KR" dirty="0"/>
              <a:t>, </a:t>
            </a:r>
            <a:r>
              <a:rPr lang="ko-KR" altLang="ko-KR" dirty="0"/>
              <a:t>차후 기획 단계에서의 </a:t>
            </a:r>
            <a:r>
              <a:rPr lang="ko-KR" altLang="ko-KR" dirty="0" smtClean="0"/>
              <a:t>어려움과</a:t>
            </a:r>
            <a:r>
              <a:rPr lang="en-US" altLang="ko-KR" dirty="0" smtClean="0"/>
              <a:t/>
            </a:r>
            <a:br>
              <a:rPr lang="en-US" altLang="ko-KR" dirty="0" smtClean="0"/>
            </a:br>
            <a:r>
              <a:rPr lang="en-US" altLang="ko-KR" dirty="0" smtClean="0"/>
              <a:t>  2D </a:t>
            </a:r>
            <a:r>
              <a:rPr lang="ko-KR" altLang="ko-KR" dirty="0"/>
              <a:t>게임 기획에 대한 흥미로 인해 작성 도중 </a:t>
            </a:r>
            <a:r>
              <a:rPr lang="en-US" altLang="ko-KR" dirty="0"/>
              <a:t>2D </a:t>
            </a:r>
            <a:r>
              <a:rPr lang="ko-KR" altLang="ko-KR" dirty="0"/>
              <a:t>시뮬레이션 게임으로 장르를 변경했다</a:t>
            </a:r>
            <a:r>
              <a:rPr lang="en-US" altLang="ko-KR" dirty="0" smtClean="0"/>
              <a:t>.</a:t>
            </a:r>
          </a:p>
          <a:p>
            <a:r>
              <a:rPr lang="en-US" altLang="ko-KR" dirty="0" smtClean="0"/>
              <a:t/>
            </a:r>
            <a:br>
              <a:rPr lang="en-US" altLang="ko-KR" dirty="0" smtClean="0"/>
            </a:br>
            <a:r>
              <a:rPr lang="en-US" altLang="ko-KR" dirty="0"/>
              <a:t>•</a:t>
            </a:r>
            <a:r>
              <a:rPr lang="en-US" altLang="ko-KR" dirty="0" smtClean="0"/>
              <a:t> </a:t>
            </a:r>
            <a:r>
              <a:rPr lang="ko-KR" altLang="ko-KR" dirty="0"/>
              <a:t>목차를 만드는 데에 있어 제안서의 단계를 넘어 과도하게 세부적으로 나눠 작성한 것을</a:t>
            </a:r>
            <a:r>
              <a:rPr lang="en-US" altLang="ko-KR" dirty="0"/>
              <a:t>, </a:t>
            </a:r>
            <a:r>
              <a:rPr lang="en-US" altLang="ko-KR" dirty="0" smtClean="0"/>
              <a:t/>
            </a:r>
            <a:br>
              <a:rPr lang="en-US" altLang="ko-KR" dirty="0" smtClean="0"/>
            </a:br>
            <a:r>
              <a:rPr lang="en-US" altLang="ko-KR" dirty="0" smtClean="0"/>
              <a:t>  </a:t>
            </a:r>
            <a:r>
              <a:rPr lang="ko-KR" altLang="ko-KR" dirty="0" smtClean="0"/>
              <a:t>카테고리 </a:t>
            </a:r>
            <a:r>
              <a:rPr lang="ko-KR" altLang="ko-KR" dirty="0"/>
              <a:t>분류를 크게 잡아 간소화했다</a:t>
            </a:r>
            <a:r>
              <a:rPr lang="en-US" altLang="ko-KR" dirty="0" smtClean="0"/>
              <a:t>.</a:t>
            </a:r>
            <a:br>
              <a:rPr lang="en-US" altLang="ko-KR" dirty="0" smtClean="0"/>
            </a:br>
            <a:r>
              <a:rPr lang="en-US" altLang="ko-KR" dirty="0" smtClean="0"/>
              <a:t/>
            </a:r>
            <a:br>
              <a:rPr lang="en-US" altLang="ko-KR" dirty="0" smtClean="0"/>
            </a:br>
            <a:r>
              <a:rPr lang="en-US" altLang="ko-KR" dirty="0"/>
              <a:t>•</a:t>
            </a:r>
            <a:r>
              <a:rPr lang="en-US" altLang="ko-KR" dirty="0" smtClean="0"/>
              <a:t> </a:t>
            </a:r>
            <a:r>
              <a:rPr lang="ko-KR" altLang="ko-KR" dirty="0"/>
              <a:t>목차를 간소화함에 따라</a:t>
            </a:r>
            <a:r>
              <a:rPr lang="en-US" altLang="ko-KR" dirty="0"/>
              <a:t>, </a:t>
            </a:r>
            <a:r>
              <a:rPr lang="ko-KR" altLang="en-US" dirty="0" smtClean="0"/>
              <a:t>기존에 </a:t>
            </a:r>
            <a:r>
              <a:rPr lang="ko-KR" altLang="ko-KR" dirty="0" smtClean="0"/>
              <a:t>작성했던 </a:t>
            </a:r>
            <a:r>
              <a:rPr lang="ko-KR" altLang="ko-KR" dirty="0"/>
              <a:t>게임 플레이 내용을 목차에 맞게 </a:t>
            </a:r>
            <a:r>
              <a:rPr lang="ko-KR" altLang="ko-KR" dirty="0" smtClean="0"/>
              <a:t>재배치하고</a:t>
            </a:r>
            <a:r>
              <a:rPr lang="en-US" altLang="ko-KR" dirty="0" smtClean="0"/>
              <a:t> </a:t>
            </a:r>
            <a:r>
              <a:rPr lang="ko-KR" altLang="ko-KR" dirty="0" smtClean="0"/>
              <a:t>수정했다</a:t>
            </a:r>
            <a:r>
              <a:rPr lang="en-US" altLang="ko-KR" dirty="0" smtClean="0"/>
              <a:t>.</a:t>
            </a:r>
            <a:br>
              <a:rPr lang="en-US" altLang="ko-KR" dirty="0" smtClean="0"/>
            </a:br>
            <a:r>
              <a:rPr lang="en-US" altLang="ko-KR" dirty="0" smtClean="0"/>
              <a:t/>
            </a:r>
            <a:br>
              <a:rPr lang="en-US" altLang="ko-KR" dirty="0" smtClean="0"/>
            </a:br>
            <a:r>
              <a:rPr lang="en-US" altLang="ko-KR" dirty="0"/>
              <a:t>•</a:t>
            </a:r>
            <a:r>
              <a:rPr lang="en-US" altLang="ko-KR" dirty="0" smtClean="0"/>
              <a:t> </a:t>
            </a:r>
            <a:r>
              <a:rPr lang="ko-KR" altLang="ko-KR" dirty="0"/>
              <a:t>게임 개요와 사항 등을 작성할 때</a:t>
            </a:r>
            <a:r>
              <a:rPr lang="en-US" altLang="ko-KR" dirty="0"/>
              <a:t>, </a:t>
            </a:r>
            <a:r>
              <a:rPr lang="ko-KR" altLang="ko-KR" dirty="0"/>
              <a:t>처음에 단순한 산문으로 서술했던 정보를 </a:t>
            </a:r>
            <a:endParaRPr lang="en-US" altLang="ko-KR" dirty="0" smtClean="0"/>
          </a:p>
          <a:p>
            <a:r>
              <a:rPr lang="en-US" altLang="ko-KR" dirty="0"/>
              <a:t> </a:t>
            </a:r>
            <a:r>
              <a:rPr lang="en-US" altLang="ko-KR" dirty="0" smtClean="0"/>
              <a:t> </a:t>
            </a:r>
            <a:r>
              <a:rPr lang="ko-KR" altLang="ko-KR" dirty="0" smtClean="0"/>
              <a:t>표 </a:t>
            </a:r>
            <a:r>
              <a:rPr lang="ko-KR" altLang="ko-KR" dirty="0"/>
              <a:t>그리기를 통해 </a:t>
            </a:r>
            <a:r>
              <a:rPr lang="ko-KR" altLang="ko-KR" dirty="0" err="1"/>
              <a:t>도표화하여</a:t>
            </a:r>
            <a:r>
              <a:rPr lang="ko-KR" altLang="ko-KR" dirty="0"/>
              <a:t> </a:t>
            </a:r>
            <a:r>
              <a:rPr lang="ko-KR" altLang="ko-KR" dirty="0" err="1"/>
              <a:t>가독성을</a:t>
            </a:r>
            <a:r>
              <a:rPr lang="ko-KR" altLang="ko-KR" dirty="0"/>
              <a:t> 높였다</a:t>
            </a:r>
            <a:r>
              <a:rPr lang="en-US" altLang="ko-KR" dirty="0" smtClean="0"/>
              <a:t>.</a:t>
            </a:r>
            <a:r>
              <a:rPr lang="en-US" altLang="ko-KR" dirty="0"/>
              <a:t/>
            </a:r>
            <a:br>
              <a:rPr lang="en-US" altLang="ko-KR" dirty="0"/>
            </a:br>
            <a:r>
              <a:rPr lang="en-US" altLang="ko-KR" dirty="0" smtClean="0"/>
              <a:t/>
            </a:r>
            <a:br>
              <a:rPr lang="en-US" altLang="ko-KR" dirty="0" smtClean="0"/>
            </a:br>
            <a:r>
              <a:rPr lang="en-US" altLang="ko-KR" dirty="0"/>
              <a:t>•</a:t>
            </a:r>
            <a:r>
              <a:rPr lang="en-US" altLang="ko-KR" dirty="0" smtClean="0"/>
              <a:t> ‘</a:t>
            </a:r>
            <a:r>
              <a:rPr lang="ko-KR" altLang="en-US" dirty="0" smtClean="0"/>
              <a:t>게임 플레이</a:t>
            </a:r>
            <a:r>
              <a:rPr lang="en-US" altLang="ko-KR" dirty="0" smtClean="0"/>
              <a:t>’</a:t>
            </a:r>
            <a:r>
              <a:rPr lang="ko-KR" altLang="en-US" dirty="0" smtClean="0"/>
              <a:t> 파트와 </a:t>
            </a:r>
            <a:r>
              <a:rPr lang="en-US" altLang="ko-KR" dirty="0" smtClean="0"/>
              <a:t>‘</a:t>
            </a:r>
            <a:r>
              <a:rPr lang="ko-KR" altLang="en-US" dirty="0" smtClean="0"/>
              <a:t>플레이어의 선택</a:t>
            </a:r>
            <a:r>
              <a:rPr lang="en-US" altLang="ko-KR" dirty="0" smtClean="0"/>
              <a:t>‘ </a:t>
            </a:r>
            <a:r>
              <a:rPr lang="ko-KR" altLang="en-US" dirty="0" smtClean="0"/>
              <a:t>파트에서 내용이 겹치거나 중복으로 </a:t>
            </a:r>
            <a:r>
              <a:rPr lang="en-US" altLang="ko-KR" dirty="0" smtClean="0"/>
              <a:t/>
            </a:r>
            <a:br>
              <a:rPr lang="en-US" altLang="ko-KR" dirty="0" smtClean="0"/>
            </a:br>
            <a:r>
              <a:rPr lang="en-US" altLang="ko-KR" dirty="0" smtClean="0"/>
              <a:t>  </a:t>
            </a:r>
            <a:r>
              <a:rPr lang="ko-KR" altLang="en-US" dirty="0" smtClean="0"/>
              <a:t>설명된 부분을</a:t>
            </a:r>
            <a:r>
              <a:rPr lang="en-US" altLang="ko-KR" dirty="0" smtClean="0"/>
              <a:t>, </a:t>
            </a:r>
            <a:r>
              <a:rPr lang="ko-KR" altLang="en-US" dirty="0" smtClean="0"/>
              <a:t>기초적이고 원론적인 내용은 게임 플레이 파트로</a:t>
            </a:r>
            <a:r>
              <a:rPr lang="en-US" altLang="ko-KR" dirty="0" smtClean="0"/>
              <a:t>, </a:t>
            </a:r>
            <a:r>
              <a:rPr lang="ko-KR" altLang="en-US" dirty="0" smtClean="0"/>
              <a:t>구체적이고</a:t>
            </a:r>
            <a:r>
              <a:rPr lang="en-US" altLang="ko-KR" dirty="0" smtClean="0"/>
              <a:t/>
            </a:r>
            <a:br>
              <a:rPr lang="en-US" altLang="ko-KR" dirty="0" smtClean="0"/>
            </a:br>
            <a:r>
              <a:rPr lang="en-US" altLang="ko-KR" dirty="0" smtClean="0"/>
              <a:t> </a:t>
            </a:r>
            <a:r>
              <a:rPr lang="ko-KR" altLang="en-US" dirty="0" smtClean="0"/>
              <a:t> 중요한 내용은 플레이어의 선택 파트로</a:t>
            </a:r>
            <a:r>
              <a:rPr lang="en-US" altLang="ko-KR" dirty="0" smtClean="0"/>
              <a:t> </a:t>
            </a:r>
            <a:r>
              <a:rPr lang="ko-KR" altLang="en-US" dirty="0" smtClean="0"/>
              <a:t>분리하여 정리했다</a:t>
            </a:r>
            <a:r>
              <a:rPr lang="en-US" altLang="ko-KR" dirty="0" smtClean="0"/>
              <a:t>.</a:t>
            </a:r>
          </a:p>
          <a:p>
            <a:endParaRPr lang="en-US" altLang="ko-KR" dirty="0"/>
          </a:p>
          <a:p>
            <a:r>
              <a:rPr lang="en-US" altLang="ko-KR" dirty="0"/>
              <a:t>•</a:t>
            </a:r>
            <a:r>
              <a:rPr lang="en-US" altLang="ko-KR" dirty="0" smtClean="0"/>
              <a:t> </a:t>
            </a:r>
            <a:r>
              <a:rPr lang="ko-KR" altLang="en-US" dirty="0" smtClean="0"/>
              <a:t>슬라이드 쇼로 검토해보니 한 슬라이드에 글자와 내용이 너무 많은 감이 있어</a:t>
            </a:r>
            <a:r>
              <a:rPr lang="en-US" altLang="ko-KR" dirty="0" smtClean="0"/>
              <a:t>,</a:t>
            </a:r>
            <a:br>
              <a:rPr lang="en-US" altLang="ko-KR" dirty="0" smtClean="0"/>
            </a:br>
            <a:r>
              <a:rPr lang="en-US" altLang="ko-KR" dirty="0" smtClean="0"/>
              <a:t>  </a:t>
            </a:r>
            <a:r>
              <a:rPr lang="ko-KR" altLang="en-US" dirty="0" smtClean="0"/>
              <a:t>한 챕터의 내용을 </a:t>
            </a:r>
            <a:r>
              <a:rPr lang="en-US" altLang="ko-KR" dirty="0" smtClean="0"/>
              <a:t>2</a:t>
            </a:r>
            <a:r>
              <a:rPr lang="ko-KR" altLang="en-US" dirty="0" smtClean="0"/>
              <a:t>개의 슬라이드에 나눠서 담았다</a:t>
            </a:r>
            <a:r>
              <a:rPr lang="en-US" altLang="ko-KR" dirty="0" smtClean="0"/>
              <a:t>.</a:t>
            </a: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34</a:t>
            </a:fld>
            <a:endParaRPr lang="ko-KR" altLang="en-US" dirty="0"/>
          </a:p>
        </p:txBody>
      </p:sp>
    </p:spTree>
    <p:extLst>
      <p:ext uri="{BB962C8B-B14F-4D97-AF65-F5344CB8AC3E}">
        <p14:creationId xmlns:p14="http://schemas.microsoft.com/office/powerpoint/2010/main" val="152187884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후기</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537425" y="782334"/>
            <a:ext cx="1597933"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후기</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6" y="1529390"/>
            <a:ext cx="10869388" cy="4747453"/>
          </a:xfrm>
          <a:prstGeom prst="rect">
            <a:avLst/>
          </a:prstGeom>
          <a:noFill/>
        </p:spPr>
        <p:txBody>
          <a:bodyPr wrap="square" rtlCol="0">
            <a:spAutoFit/>
          </a:bodyPr>
          <a:lstStyle/>
          <a:p>
            <a:r>
              <a:rPr lang="en-US" altLang="ko-KR" dirty="0"/>
              <a:t>•</a:t>
            </a:r>
            <a:r>
              <a:rPr lang="en-US" altLang="ko-KR" dirty="0" smtClean="0"/>
              <a:t> </a:t>
            </a:r>
            <a:r>
              <a:rPr lang="ko-KR" altLang="en-US" dirty="0" smtClean="0"/>
              <a:t>역시 </a:t>
            </a:r>
            <a:r>
              <a:rPr lang="ko-KR" altLang="ko-KR" dirty="0" smtClean="0"/>
              <a:t>머리 </a:t>
            </a:r>
            <a:r>
              <a:rPr lang="ko-KR" altLang="ko-KR" dirty="0"/>
              <a:t>속에서 깔끔하고 확고하게 정립이 안된 아이디어는 </a:t>
            </a:r>
            <a:r>
              <a:rPr lang="ko-KR" altLang="ko-KR" dirty="0" smtClean="0"/>
              <a:t>실패한다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왜 게임회사에서 실제로 기획 단계에서 자꾸 뒤집어 엎고 다시 시작하는 것을 반복하는 지 알 것 같다</a:t>
            </a:r>
            <a:r>
              <a:rPr lang="en-US" altLang="ko-KR" dirty="0" smtClean="0"/>
              <a:t>.</a:t>
            </a:r>
            <a:br>
              <a:rPr lang="en-US" altLang="ko-KR" dirty="0" smtClean="0"/>
            </a:br>
            <a:r>
              <a:rPr lang="en-US" altLang="ko-KR" sz="1050" dirty="0" smtClean="0"/>
              <a:t/>
            </a:r>
            <a:br>
              <a:rPr lang="en-US" altLang="ko-KR" sz="1050" dirty="0" smtClean="0"/>
            </a:br>
            <a:r>
              <a:rPr lang="en-US" altLang="ko-KR" dirty="0"/>
              <a:t>•</a:t>
            </a:r>
            <a:r>
              <a:rPr lang="en-US" altLang="ko-KR" dirty="0" smtClean="0"/>
              <a:t> </a:t>
            </a:r>
            <a:r>
              <a:rPr lang="ko-KR" altLang="en-US" dirty="0" smtClean="0"/>
              <a:t>만드는</a:t>
            </a:r>
            <a:r>
              <a:rPr lang="ko-KR" altLang="ko-KR" dirty="0" smtClean="0"/>
              <a:t> </a:t>
            </a:r>
            <a:r>
              <a:rPr lang="ko-KR" altLang="ko-KR" dirty="0"/>
              <a:t>내내 </a:t>
            </a:r>
            <a:r>
              <a:rPr lang="en-US" altLang="ko-KR" dirty="0"/>
              <a:t>‘</a:t>
            </a:r>
            <a:r>
              <a:rPr lang="ko-KR" altLang="ko-KR" dirty="0"/>
              <a:t>이렇게 하는 게 더 나은 것 같은데</a:t>
            </a:r>
            <a:r>
              <a:rPr lang="en-US" altLang="ko-KR" dirty="0"/>
              <a:t>’, ‘</a:t>
            </a:r>
            <a:r>
              <a:rPr lang="ko-KR" altLang="ko-KR" dirty="0"/>
              <a:t>이건 좀 아닌가</a:t>
            </a:r>
            <a:r>
              <a:rPr lang="en-US" altLang="ko-KR" dirty="0"/>
              <a:t>?’ </a:t>
            </a:r>
            <a:r>
              <a:rPr lang="ko-KR" altLang="ko-KR" dirty="0"/>
              <a:t>같은 잡생각이 들고 </a:t>
            </a:r>
            <a:r>
              <a:rPr lang="en-US" altLang="ko-KR" dirty="0" smtClean="0"/>
              <a:t/>
            </a:r>
            <a:br>
              <a:rPr lang="en-US" altLang="ko-KR" dirty="0" smtClean="0"/>
            </a:br>
            <a:r>
              <a:rPr lang="en-US" altLang="ko-KR" dirty="0" smtClean="0"/>
              <a:t>  </a:t>
            </a:r>
            <a:r>
              <a:rPr lang="ko-KR" altLang="en-US" dirty="0" smtClean="0"/>
              <a:t>계속해서</a:t>
            </a:r>
            <a:r>
              <a:rPr lang="ko-KR" altLang="ko-KR" dirty="0" smtClean="0"/>
              <a:t> </a:t>
            </a:r>
            <a:r>
              <a:rPr lang="ko-KR" altLang="ko-KR" dirty="0"/>
              <a:t>미숙한 부분과 수정사항들이 눈에 </a:t>
            </a:r>
            <a:r>
              <a:rPr lang="ko-KR" altLang="ko-KR" dirty="0" smtClean="0"/>
              <a:t>밟</a:t>
            </a:r>
            <a:r>
              <a:rPr lang="ko-KR" altLang="en-US" dirty="0" smtClean="0"/>
              <a:t>힌다</a:t>
            </a:r>
            <a:r>
              <a:rPr lang="en-US" altLang="ko-KR" dirty="0" smtClean="0"/>
              <a:t>. </a:t>
            </a:r>
            <a:r>
              <a:rPr lang="ko-KR" altLang="ko-KR" dirty="0" smtClean="0"/>
              <a:t>어</a:t>
            </a:r>
            <a:r>
              <a:rPr lang="ko-KR" altLang="en-US" dirty="0" smtClean="0"/>
              <a:t>렵다 어려워</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err="1" smtClean="0"/>
              <a:t>배그</a:t>
            </a:r>
            <a:r>
              <a:rPr lang="ko-KR" altLang="en-US" dirty="0"/>
              <a:t> </a:t>
            </a:r>
            <a:r>
              <a:rPr lang="ko-KR" altLang="en-US" dirty="0" smtClean="0"/>
              <a:t>하고 싶다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치킨 먹고 싶다</a:t>
            </a:r>
            <a:r>
              <a:rPr lang="en-US" altLang="ko-KR" dirty="0" smtClean="0"/>
              <a:t>. </a:t>
            </a:r>
            <a:r>
              <a:rPr lang="ko-KR" altLang="en-US" dirty="0" smtClean="0"/>
              <a:t>특히 버팔로 윙</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피자 먹고 싶다</a:t>
            </a:r>
            <a:r>
              <a:rPr lang="en-US" altLang="ko-KR" dirty="0" smtClean="0"/>
              <a:t>. </a:t>
            </a:r>
            <a:r>
              <a:rPr lang="ko-KR" altLang="en-US" dirty="0" smtClean="0"/>
              <a:t>특히 치즈 </a:t>
            </a:r>
            <a:r>
              <a:rPr lang="ko-KR" altLang="en-US" dirty="0" err="1" smtClean="0"/>
              <a:t>크러스트</a:t>
            </a:r>
            <a:r>
              <a:rPr lang="ko-KR" altLang="en-US" dirty="0" smtClean="0"/>
              <a:t> 피자</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좀 얕본 거 같다</a:t>
            </a:r>
            <a:r>
              <a:rPr lang="en-US" altLang="ko-KR" dirty="0" smtClean="0"/>
              <a:t>. </a:t>
            </a:r>
            <a:r>
              <a:rPr lang="ko-KR" altLang="en-US" dirty="0" smtClean="0"/>
              <a:t>아무리 과제가 많다지만 </a:t>
            </a:r>
            <a:r>
              <a:rPr lang="en-US" altLang="ko-KR" dirty="0" smtClean="0"/>
              <a:t>‘</a:t>
            </a:r>
            <a:r>
              <a:rPr lang="ko-KR" altLang="en-US" dirty="0" smtClean="0"/>
              <a:t>잘 할 수 있겠지</a:t>
            </a:r>
            <a:r>
              <a:rPr lang="en-US" altLang="ko-KR" dirty="0" smtClean="0"/>
              <a:t>’ </a:t>
            </a:r>
            <a:r>
              <a:rPr lang="ko-KR" altLang="en-US" dirty="0" smtClean="0"/>
              <a:t>생각하고 계속 차일피일 미뤘다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수정을 하고 나면 연관된 부분도 다시 손 봐줘야 한다</a:t>
            </a:r>
            <a:r>
              <a:rPr lang="en-US" altLang="ko-KR" dirty="0" smtClean="0"/>
              <a:t>.  </a:t>
            </a:r>
            <a:r>
              <a:rPr lang="ko-KR" altLang="en-US" dirty="0" smtClean="0"/>
              <a:t>짜증난다</a:t>
            </a:r>
            <a:r>
              <a:rPr lang="en-US" altLang="ko-KR" dirty="0" smtClean="0"/>
              <a:t>.</a:t>
            </a:r>
            <a:br>
              <a:rPr lang="en-US" altLang="ko-KR" dirty="0" smtClean="0"/>
            </a:br>
            <a:r>
              <a:rPr lang="en-US" altLang="ko-KR" sz="1100" dirty="0" smtClean="0"/>
              <a:t/>
            </a:r>
            <a:br>
              <a:rPr lang="en-US" altLang="ko-KR" sz="1100" dirty="0" smtClean="0"/>
            </a:br>
            <a:r>
              <a:rPr lang="en-US" altLang="ko-KR" dirty="0"/>
              <a:t>•</a:t>
            </a:r>
            <a:r>
              <a:rPr lang="en-US" altLang="ko-KR" dirty="0" smtClean="0"/>
              <a:t> </a:t>
            </a:r>
            <a:r>
              <a:rPr lang="ko-KR" altLang="en-US" dirty="0" smtClean="0"/>
              <a:t>평소에 </a:t>
            </a:r>
            <a:r>
              <a:rPr lang="ko-KR" altLang="en-US" dirty="0" err="1" smtClean="0"/>
              <a:t>포토샵</a:t>
            </a:r>
            <a:r>
              <a:rPr lang="ko-KR" altLang="en-US" dirty="0" smtClean="0"/>
              <a:t> 같은 그래픽 부분을 좀 배워둘걸 그랬다</a:t>
            </a:r>
            <a:r>
              <a:rPr lang="en-US" altLang="ko-KR" dirty="0" smtClean="0"/>
              <a:t>. </a:t>
            </a:r>
            <a:r>
              <a:rPr lang="ko-KR" altLang="en-US" dirty="0" smtClean="0"/>
              <a:t>원하는 그림 찾는 거도 </a:t>
            </a:r>
            <a:r>
              <a:rPr lang="ko-KR" altLang="en-US" dirty="0" err="1" smtClean="0"/>
              <a:t>빡세다</a:t>
            </a:r>
            <a:r>
              <a:rPr lang="en-US" altLang="ko-KR" dirty="0" smtClean="0"/>
              <a:t>.</a:t>
            </a:r>
            <a:r>
              <a:rPr lang="en-US" altLang="ko-KR" dirty="0"/>
              <a:t/>
            </a:r>
            <a:br>
              <a:rPr lang="en-US" altLang="ko-KR" dirty="0"/>
            </a:br>
            <a:r>
              <a:rPr lang="en-US" altLang="ko-KR" sz="1100" dirty="0" smtClean="0"/>
              <a:t/>
            </a:r>
            <a:br>
              <a:rPr lang="en-US" altLang="ko-KR" sz="1100" dirty="0" smtClean="0"/>
            </a:br>
            <a:r>
              <a:rPr lang="en-US" altLang="ko-KR" dirty="0"/>
              <a:t>•</a:t>
            </a:r>
            <a:r>
              <a:rPr lang="en-US" altLang="ko-KR" dirty="0" smtClean="0"/>
              <a:t> </a:t>
            </a:r>
            <a:r>
              <a:rPr lang="ko-KR" altLang="en-US" dirty="0" smtClean="0"/>
              <a:t>인간의 욕심은 끝이 없고 같은 실수를 반복한다</a:t>
            </a:r>
            <a:r>
              <a:rPr lang="en-US" altLang="ko-KR" dirty="0" smtClean="0"/>
              <a:t>.</a:t>
            </a: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35</a:t>
            </a:fld>
            <a:endParaRPr lang="ko-KR" altLang="en-US" sz="1800" dirty="0"/>
          </a:p>
        </p:txBody>
      </p:sp>
    </p:spTree>
    <p:extLst>
      <p:ext uri="{BB962C8B-B14F-4D97-AF65-F5344CB8AC3E}">
        <p14:creationId xmlns:p14="http://schemas.microsoft.com/office/powerpoint/2010/main" val="1146001626"/>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440272"/>
          </a:xfrm>
          <a:prstGeom prst="rect">
            <a:avLst/>
          </a:prstGeom>
          <a:noFill/>
        </p:spPr>
        <p:txBody>
          <a:bodyPr wrap="square" rtlCol="0">
            <a:spAutoFit/>
          </a:bodyPr>
          <a:lstStyle/>
          <a:p>
            <a:pPr>
              <a:lnSpc>
                <a:spcPct val="150000"/>
              </a:lnSpc>
            </a:pPr>
            <a:r>
              <a:rPr lang="en-US" altLang="ko-KR" dirty="0" smtClean="0"/>
              <a:t>1-1) </a:t>
            </a:r>
            <a:r>
              <a:rPr lang="en-US" altLang="ko-KR" dirty="0">
                <a:hlinkClick r:id="rId2"/>
              </a:rPr>
              <a:t>http://</a:t>
            </a:r>
            <a:r>
              <a:rPr lang="en-US" altLang="ko-KR" dirty="0" smtClean="0">
                <a:hlinkClick r:id="rId2"/>
              </a:rPr>
              <a:t>itcm.co.kr/g_board/3361399</a:t>
            </a:r>
            <a:r>
              <a:rPr lang="en-US" altLang="ko-KR" dirty="0"/>
              <a:t> </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en-US" altLang="ko-KR" dirty="0">
                <a:hlinkClick r:id="rId3"/>
              </a:rPr>
              <a:t>http://</a:t>
            </a:r>
            <a:r>
              <a:rPr lang="en-US" altLang="ko-KR" dirty="0" smtClean="0">
                <a:hlinkClick r:id="rId3"/>
              </a:rPr>
              <a:t>www.kookje.co.kr/news2011/asp/newsbody.asp?code=0400&amp;key=20180828.22013012447</a:t>
            </a:r>
            <a:endParaRPr lang="en-US" altLang="ko-KR" dirty="0" smtClean="0"/>
          </a:p>
          <a:p>
            <a:pPr>
              <a:lnSpc>
                <a:spcPct val="150000"/>
              </a:lnSpc>
            </a:pPr>
            <a:r>
              <a:rPr lang="en-US" altLang="ko-KR" dirty="0" smtClean="0"/>
              <a:t>2-1) </a:t>
            </a:r>
            <a:r>
              <a:rPr lang="en-US" altLang="ko-KR" dirty="0">
                <a:hlinkClick r:id="rId4"/>
              </a:rPr>
              <a:t>https://store.steampowered.com/app/208650/Batman_Arkham_Knight</a:t>
            </a:r>
            <a:r>
              <a:rPr lang="en-US" altLang="ko-KR" dirty="0" smtClean="0">
                <a:hlinkClick r:id="rId4"/>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en-US" altLang="ko-KR" dirty="0">
                <a:hlinkClick r:id="rId5"/>
              </a:rPr>
              <a:t>https</a:t>
            </a:r>
            <a:r>
              <a:rPr lang="en-US" altLang="ko-KR" dirty="0" smtClean="0">
                <a:hlinkClick r:id="rId5"/>
              </a:rPr>
              <a:t>://post.naver.com/viewer/postView.nhn?volumeNo=5018435&amp;memberNo=1283967</a:t>
            </a:r>
            <a:r>
              <a:rPr lang="en-US" altLang="ko-KR" dirty="0" smtClean="0"/>
              <a:t> (7</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en-US" altLang="ko-KR" dirty="0">
                <a:hlinkClick r:id="rId6"/>
              </a:rPr>
              <a:t>https://store.steampowered.com/app/503560/911_Operator</a:t>
            </a:r>
            <a:r>
              <a:rPr lang="en-US" altLang="ko-KR" dirty="0" smtClean="0">
                <a:hlinkClick r:id="rId6"/>
              </a:rPr>
              <a:t>/</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 </a:t>
            </a:r>
            <a:r>
              <a:rPr lang="en-US" altLang="ko-KR" dirty="0">
                <a:hlinkClick r:id="rId6"/>
              </a:rPr>
              <a:t>https://store.steampowered.com/app/503560/911_Operator/</a:t>
            </a:r>
            <a:r>
              <a:rPr lang="en-US" altLang="ko-KR" dirty="0"/>
              <a:t> </a:t>
            </a:r>
            <a:r>
              <a:rPr lang="en-US" altLang="ko-KR" dirty="0" smtClean="0"/>
              <a:t>(</a:t>
            </a:r>
            <a:r>
              <a:rPr lang="ko-KR" altLang="en-US" dirty="0" smtClean="0"/>
              <a:t>뒤에서 </a:t>
            </a:r>
            <a:r>
              <a:rPr lang="en-US" altLang="ko-KR" dirty="0" smtClean="0"/>
              <a:t>2</a:t>
            </a:r>
            <a:r>
              <a:rPr lang="ko-KR" altLang="en-US" dirty="0" smtClean="0"/>
              <a:t>번째 </a:t>
            </a:r>
            <a:r>
              <a:rPr lang="ko-KR" altLang="en-US" dirty="0" err="1"/>
              <a:t>스크린샷</a:t>
            </a:r>
            <a:r>
              <a:rPr lang="en-US" altLang="ko-KR" dirty="0" smtClean="0"/>
              <a:t>)</a:t>
            </a:r>
          </a:p>
          <a:p>
            <a:pPr>
              <a:lnSpc>
                <a:spcPct val="150000"/>
              </a:lnSpc>
            </a:pPr>
            <a:r>
              <a:rPr lang="en-US" altLang="ko-KR" dirty="0"/>
              <a:t>2</a:t>
            </a:r>
            <a:r>
              <a:rPr lang="en-US" altLang="ko-KR" dirty="0" smtClean="0"/>
              <a:t>-5) </a:t>
            </a:r>
            <a:r>
              <a:rPr lang="en-US" altLang="ko-KR" dirty="0">
                <a:hlinkClick r:id="rId7"/>
              </a:rPr>
              <a:t>https://store.steampowered.com/app/785740/This_Is_the_Police_2</a:t>
            </a:r>
            <a:r>
              <a:rPr lang="en-US" altLang="ko-KR" dirty="0" smtClean="0">
                <a:hlinkClick r:id="rId7"/>
              </a:rPr>
              <a:t>/</a:t>
            </a:r>
            <a:r>
              <a:rPr lang="en-US" altLang="ko-KR" dirty="0" smtClean="0"/>
              <a:t> (</a:t>
            </a:r>
            <a:r>
              <a:rPr lang="ko-KR" altLang="en-US" dirty="0" smtClean="0"/>
              <a:t>뒤에서 </a:t>
            </a:r>
            <a:r>
              <a:rPr lang="en-US" altLang="ko-KR" dirty="0"/>
              <a:t>2</a:t>
            </a:r>
            <a:r>
              <a:rPr lang="ko-KR" altLang="en-US" dirty="0" smtClean="0"/>
              <a:t>번째 </a:t>
            </a:r>
            <a:r>
              <a:rPr lang="ko-KR" altLang="en-US" dirty="0" err="1"/>
              <a:t>스크린샷</a:t>
            </a:r>
            <a:r>
              <a:rPr lang="en-US" altLang="ko-KR" dirty="0" smtClean="0"/>
              <a:t>)</a:t>
            </a:r>
          </a:p>
          <a:p>
            <a:pPr>
              <a:lnSpc>
                <a:spcPct val="150000"/>
              </a:lnSpc>
            </a:pPr>
            <a:r>
              <a:rPr lang="en-US" altLang="ko-KR" dirty="0"/>
              <a:t>2</a:t>
            </a:r>
            <a:r>
              <a:rPr lang="en-US" altLang="ko-KR" dirty="0" smtClean="0"/>
              <a:t>-6) </a:t>
            </a:r>
            <a:r>
              <a:rPr lang="en-US" altLang="ko-KR" dirty="0" smtClean="0">
                <a:hlinkClick r:id="rId6"/>
              </a:rPr>
              <a:t>https</a:t>
            </a:r>
            <a:r>
              <a:rPr lang="en-US" altLang="ko-KR" dirty="0">
                <a:hlinkClick r:id="rId6"/>
              </a:rPr>
              <a:t>://store.steampowered.com/app/503560/911_Operator/</a:t>
            </a:r>
            <a:r>
              <a:rPr lang="en-US" altLang="ko-KR" dirty="0"/>
              <a:t> </a:t>
            </a:r>
            <a:r>
              <a:rPr lang="en-US" altLang="ko-KR" dirty="0" smtClean="0"/>
              <a:t>(4</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2-7) </a:t>
            </a:r>
            <a:r>
              <a:rPr lang="en-US" altLang="ko-KR" dirty="0">
                <a:hlinkClick r:id="rId6"/>
              </a:rPr>
              <a:t>https://store.steampowered.com/app/503560/911_Operator/</a:t>
            </a:r>
            <a:r>
              <a:rPr lang="en-US" altLang="ko-KR" dirty="0"/>
              <a:t> </a:t>
            </a:r>
            <a:r>
              <a:rPr lang="en-US" altLang="ko-KR" dirty="0" smtClean="0"/>
              <a:t>(</a:t>
            </a:r>
            <a:r>
              <a:rPr lang="ko-KR" altLang="en-US" dirty="0" smtClean="0"/>
              <a:t>뒤에서 </a:t>
            </a:r>
            <a:r>
              <a:rPr lang="en-US" altLang="ko-KR" dirty="0" smtClean="0"/>
              <a:t>4</a:t>
            </a:r>
            <a:r>
              <a:rPr lang="ko-KR" altLang="en-US" dirty="0" smtClean="0"/>
              <a:t>번째 </a:t>
            </a:r>
            <a:r>
              <a:rPr lang="ko-KR" altLang="en-US" dirty="0" err="1"/>
              <a:t>스크린샷</a:t>
            </a:r>
            <a:r>
              <a:rPr lang="en-US" altLang="ko-KR" dirty="0" smtClean="0"/>
              <a:t>)</a:t>
            </a:r>
          </a:p>
          <a:p>
            <a:pPr>
              <a:lnSpc>
                <a:spcPct val="150000"/>
              </a:lnSpc>
            </a:pPr>
            <a:r>
              <a:rPr lang="en-US" altLang="ko-KR" dirty="0" smtClean="0"/>
              <a:t>2-8) </a:t>
            </a:r>
            <a:r>
              <a:rPr lang="en-US" altLang="ko-KR" dirty="0">
                <a:hlinkClick r:id="rId6"/>
              </a:rPr>
              <a:t>https://store.steampowered.com/app/503560/911_Operator/</a:t>
            </a:r>
            <a:r>
              <a:rPr lang="en-US" altLang="ko-KR" dirty="0"/>
              <a:t> (</a:t>
            </a:r>
            <a:r>
              <a:rPr lang="ko-KR" altLang="en-US" dirty="0"/>
              <a:t>뒤에서 </a:t>
            </a:r>
            <a:r>
              <a:rPr lang="en-US" altLang="ko-KR" dirty="0" smtClean="0"/>
              <a:t>6</a:t>
            </a:r>
            <a:r>
              <a:rPr lang="ko-KR" altLang="en-US" dirty="0" smtClean="0"/>
              <a:t>번째 </a:t>
            </a:r>
            <a:r>
              <a:rPr lang="ko-KR" altLang="en-US" dirty="0" err="1"/>
              <a:t>스크린샷</a:t>
            </a:r>
            <a:r>
              <a:rPr lang="en-US" altLang="ko-KR" dirty="0" smtClean="0"/>
              <a:t>)</a:t>
            </a:r>
          </a:p>
          <a:p>
            <a:pPr>
              <a:lnSpc>
                <a:spcPct val="150000"/>
              </a:lnSpc>
            </a:pPr>
            <a:r>
              <a:rPr lang="en-US" altLang="ko-KR" dirty="0" smtClean="0"/>
              <a:t>2-9) </a:t>
            </a:r>
            <a:r>
              <a:rPr lang="en-US" altLang="ko-KR" dirty="0">
                <a:hlinkClick r:id="rId7"/>
              </a:rPr>
              <a:t>https://store.steampowered.com/app/785740/This_Is_the_Police_2/</a:t>
            </a:r>
            <a:r>
              <a:rPr lang="en-US" altLang="ko-KR" dirty="0"/>
              <a:t> </a:t>
            </a:r>
            <a:r>
              <a:rPr lang="en-US" altLang="ko-KR" dirty="0" smtClean="0"/>
              <a:t>(13</a:t>
            </a:r>
            <a:r>
              <a:rPr lang="ko-KR" altLang="en-US" dirty="0" smtClean="0"/>
              <a:t>번 </a:t>
            </a:r>
            <a:r>
              <a:rPr lang="ko-KR" altLang="en-US" dirty="0" err="1"/>
              <a:t>스크린샷</a:t>
            </a:r>
            <a:r>
              <a:rPr lang="en-US" altLang="ko-KR" dirty="0" smtClean="0"/>
              <a:t>)</a:t>
            </a:r>
          </a:p>
          <a:p>
            <a:pPr>
              <a:lnSpc>
                <a:spcPct val="150000"/>
              </a:lnSpc>
            </a:pPr>
            <a:r>
              <a:rPr lang="en-US" altLang="ko-KR" dirty="0" smtClean="0"/>
              <a:t>2-10) </a:t>
            </a:r>
            <a:r>
              <a:rPr lang="en-US" altLang="ko-KR" dirty="0">
                <a:hlinkClick r:id="rId7"/>
              </a:rPr>
              <a:t>https://store.steampowered.com/app/785740/This_Is_the_Police_2/</a:t>
            </a:r>
            <a:r>
              <a:rPr lang="en-US" altLang="ko-KR" dirty="0"/>
              <a:t> </a:t>
            </a:r>
            <a:r>
              <a:rPr lang="en-US" altLang="ko-KR" dirty="0" smtClean="0"/>
              <a:t>(2</a:t>
            </a:r>
            <a:r>
              <a:rPr lang="ko-KR" altLang="en-US" dirty="0" smtClean="0"/>
              <a:t>번 </a:t>
            </a:r>
            <a:r>
              <a:rPr lang="ko-KR" altLang="en-US" dirty="0" err="1"/>
              <a:t>스크린샷</a:t>
            </a:r>
            <a:r>
              <a:rPr lang="en-US" altLang="ko-KR" dirty="0" smtClean="0"/>
              <a:t>)</a:t>
            </a:r>
          </a:p>
          <a:p>
            <a:pPr>
              <a:lnSpc>
                <a:spcPct val="150000"/>
              </a:lnSpc>
            </a:pPr>
            <a:r>
              <a:rPr lang="en-US" altLang="ko-KR" dirty="0" smtClean="0"/>
              <a:t>2-11</a:t>
            </a:r>
            <a:r>
              <a:rPr lang="en-US" altLang="ko-KR" dirty="0"/>
              <a:t>) </a:t>
            </a:r>
            <a:r>
              <a:rPr lang="en-US" altLang="ko-KR" dirty="0">
                <a:hlinkClick r:id="rId8"/>
              </a:rPr>
              <a:t>https://taskandpurpose.com/xcom2-war-chosen-review</a:t>
            </a:r>
            <a:r>
              <a:rPr lang="en-US" altLang="ko-KR" dirty="0" smtClean="0">
                <a:hlinkClick r:id="rId8"/>
              </a:rPr>
              <a:t>/</a:t>
            </a:r>
            <a:r>
              <a:rPr lang="en-US" altLang="ko-KR" dirty="0" smtClean="0"/>
              <a:t> </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36</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3362780"/>
          </a:xfrm>
          <a:prstGeom prst="rect">
            <a:avLst/>
          </a:prstGeom>
          <a:noFill/>
        </p:spPr>
        <p:txBody>
          <a:bodyPr wrap="square" rtlCol="0">
            <a:spAutoFit/>
          </a:bodyPr>
          <a:lstStyle/>
          <a:p>
            <a:pPr>
              <a:lnSpc>
                <a:spcPct val="150000"/>
              </a:lnSpc>
            </a:pPr>
            <a:r>
              <a:rPr lang="en-US" altLang="ko-KR" dirty="0" smtClean="0"/>
              <a:t>3-1</a:t>
            </a:r>
            <a:r>
              <a:rPr lang="en-US" altLang="ko-KR" dirty="0"/>
              <a:t>) </a:t>
            </a:r>
            <a:r>
              <a:rPr lang="en-US" altLang="ko-KR" dirty="0">
                <a:hlinkClick r:id="rId2"/>
              </a:rPr>
              <a:t>https://wegotthiscovered.com/gaming/plan-character-borderlands-2-skill-tree-previews</a:t>
            </a:r>
            <a:r>
              <a:rPr lang="en-US" altLang="ko-KR" dirty="0" smtClean="0">
                <a:hlinkClick r:id="rId2"/>
              </a:rPr>
              <a:t>/</a:t>
            </a:r>
            <a:r>
              <a:rPr lang="en-US" altLang="ko-KR" dirty="0" smtClean="0"/>
              <a:t> </a:t>
            </a:r>
          </a:p>
          <a:p>
            <a:pPr>
              <a:lnSpc>
                <a:spcPct val="150000"/>
              </a:lnSpc>
            </a:pPr>
            <a:r>
              <a:rPr lang="en-US" altLang="ko-KR" dirty="0"/>
              <a:t>3-2) </a:t>
            </a:r>
            <a:r>
              <a:rPr lang="en-US" altLang="ko-KR" dirty="0">
                <a:hlinkClick r:id="rId3"/>
              </a:rPr>
              <a:t>http://</a:t>
            </a:r>
            <a:r>
              <a:rPr lang="en-US" altLang="ko-KR" dirty="0" smtClean="0">
                <a:hlinkClick r:id="rId3"/>
              </a:rPr>
              <a:t>www.accelerated-ideas.com/thedivision/whats-the-difference-between-skills-talents-and-perks.aspx</a:t>
            </a:r>
            <a:r>
              <a:rPr lang="en-US" altLang="ko-KR" dirty="0" smtClean="0"/>
              <a:t> </a:t>
            </a:r>
          </a:p>
          <a:p>
            <a:pPr>
              <a:lnSpc>
                <a:spcPct val="150000"/>
              </a:lnSpc>
            </a:pPr>
            <a:r>
              <a:rPr lang="en-US" altLang="ko-KR" dirty="0"/>
              <a:t>3-3) </a:t>
            </a:r>
            <a:r>
              <a:rPr lang="en-US" altLang="ko-KR" dirty="0">
                <a:hlinkClick r:id="rId4"/>
              </a:rPr>
              <a:t>https://store.steampowered.com/app/785740/This_Is_the_Police_2</a:t>
            </a:r>
            <a:r>
              <a:rPr lang="en-US" altLang="ko-KR" dirty="0" smtClean="0">
                <a:hlinkClick r:id="rId4"/>
              </a:rPr>
              <a:t>/</a:t>
            </a:r>
            <a:r>
              <a:rPr lang="en-US" altLang="ko-KR" dirty="0" smtClean="0"/>
              <a:t> (</a:t>
            </a:r>
            <a:r>
              <a:rPr lang="ko-KR" altLang="en-US" dirty="0" smtClean="0"/>
              <a:t>뒤에서 </a:t>
            </a:r>
            <a:r>
              <a:rPr lang="en-US" altLang="ko-KR" dirty="0" smtClean="0"/>
              <a:t>7</a:t>
            </a:r>
            <a:r>
              <a:rPr lang="ko-KR" altLang="en-US" dirty="0" smtClean="0"/>
              <a:t>번째 </a:t>
            </a:r>
            <a:r>
              <a:rPr lang="ko-KR" altLang="en-US" dirty="0" err="1" smtClean="0"/>
              <a:t>스크린샷</a:t>
            </a:r>
            <a:r>
              <a:rPr lang="en-US" altLang="ko-KR" dirty="0" smtClean="0"/>
              <a:t>)</a:t>
            </a:r>
          </a:p>
          <a:p>
            <a:pPr>
              <a:lnSpc>
                <a:spcPct val="150000"/>
              </a:lnSpc>
            </a:pPr>
            <a:r>
              <a:rPr lang="en-US" altLang="ko-KR" dirty="0" smtClean="0"/>
              <a:t>3-4</a:t>
            </a:r>
            <a:r>
              <a:rPr lang="en-US" altLang="ko-KR" dirty="0"/>
              <a:t>) </a:t>
            </a:r>
            <a:r>
              <a:rPr lang="en-US" altLang="ko-KR" dirty="0">
                <a:hlinkClick r:id="rId5"/>
              </a:rPr>
              <a:t>http://</a:t>
            </a:r>
            <a:r>
              <a:rPr lang="en-US" altLang="ko-KR" dirty="0" smtClean="0">
                <a:hlinkClick r:id="rId5"/>
              </a:rPr>
              <a:t>xcom.wikia.com/wiki/File:XCOM_EW_BaseDefense_MissionFail.png</a:t>
            </a:r>
            <a:r>
              <a:rPr lang="en-US" altLang="ko-KR" dirty="0" smtClean="0"/>
              <a:t> </a:t>
            </a:r>
          </a:p>
          <a:p>
            <a:pPr>
              <a:lnSpc>
                <a:spcPct val="150000"/>
              </a:lnSpc>
            </a:pPr>
            <a:r>
              <a:rPr lang="en-US" altLang="ko-KR" dirty="0" smtClean="0"/>
              <a:t>3-5) </a:t>
            </a:r>
            <a:r>
              <a:rPr lang="en-US" altLang="ko-KR" dirty="0" smtClean="0">
                <a:hlinkClick r:id="rId4"/>
              </a:rPr>
              <a:t>https://store.steampowered.com/app/785740/This_Is_the_Police_2/</a:t>
            </a:r>
            <a:r>
              <a:rPr lang="en-US" altLang="ko-KR" dirty="0" smtClean="0"/>
              <a:t> (3</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3-6</a:t>
            </a:r>
            <a:r>
              <a:rPr lang="en-US" altLang="ko-KR" dirty="0"/>
              <a:t>) </a:t>
            </a:r>
            <a:r>
              <a:rPr lang="en-US" altLang="ko-KR" dirty="0">
                <a:hlinkClick r:id="rId6"/>
              </a:rPr>
              <a:t>https://</a:t>
            </a:r>
            <a:r>
              <a:rPr lang="en-US" altLang="ko-KR" dirty="0" smtClean="0">
                <a:hlinkClick r:id="rId6"/>
              </a:rPr>
              <a:t>www.bottersgonnabot.com/automating-skill-checks-in-dead-by-daylight-part-i/</a:t>
            </a:r>
            <a:r>
              <a:rPr lang="en-US" altLang="ko-KR" dirty="0" smtClean="0"/>
              <a:t> </a:t>
            </a:r>
            <a:br>
              <a:rPr lang="en-US" altLang="ko-KR" dirty="0" smtClean="0"/>
            </a:br>
            <a:r>
              <a:rPr lang="en-US" altLang="ko-KR" dirty="0" smtClean="0"/>
              <a:t>3-7) </a:t>
            </a:r>
            <a:r>
              <a:rPr lang="en-US" altLang="ko-KR" dirty="0">
                <a:hlinkClick r:id="rId7"/>
              </a:rPr>
              <a:t>https://store.steampowered.com/app/503560/911_Operator/</a:t>
            </a:r>
            <a:r>
              <a:rPr lang="en-US" altLang="ko-KR" dirty="0"/>
              <a:t> (9</a:t>
            </a:r>
            <a:r>
              <a:rPr lang="ko-KR" altLang="en-US" dirty="0"/>
              <a:t>번 </a:t>
            </a:r>
            <a:r>
              <a:rPr lang="ko-KR" altLang="en-US" dirty="0" err="1"/>
              <a:t>스크린샷</a:t>
            </a:r>
            <a:r>
              <a:rPr lang="en-US" altLang="ko-KR" dirty="0"/>
              <a:t>)</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37</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38</a:t>
            </a:fld>
            <a:endParaRPr lang="ko-KR" altLang="en-US" dirty="0"/>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39</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4622</TotalTime>
  <Words>1846</Words>
  <Application>Microsoft Office PowerPoint</Application>
  <PresentationFormat>사용자 지정</PresentationFormat>
  <Paragraphs>547</Paragraphs>
  <Slides>39</Slides>
  <Notes>2</Notes>
  <HiddenSlides>0</HiddenSlides>
  <MMClips>0</MMClips>
  <ScaleCrop>false</ScaleCrop>
  <HeadingPairs>
    <vt:vector size="6" baseType="variant">
      <vt:variant>
        <vt:lpstr>사용한 글꼴</vt:lpstr>
      </vt:variant>
      <vt:variant>
        <vt:i4>6</vt:i4>
      </vt:variant>
      <vt:variant>
        <vt:lpstr>테마</vt:lpstr>
      </vt:variant>
      <vt:variant>
        <vt:i4>2</vt:i4>
      </vt:variant>
      <vt:variant>
        <vt:lpstr>슬라이드 제목</vt:lpstr>
      </vt:variant>
      <vt:variant>
        <vt:i4>39</vt:i4>
      </vt:variant>
    </vt:vector>
  </HeadingPairs>
  <TitlesOfParts>
    <vt:vector size="47" baseType="lpstr">
      <vt:lpstr>굴림</vt:lpstr>
      <vt:lpstr>Arial</vt:lpstr>
      <vt:lpstr>맑은 고딕</vt:lpstr>
      <vt:lpstr>HY견명조</vt:lpstr>
      <vt:lpstr>돋움</vt:lpstr>
      <vt:lpstr>210 앱굴림 R</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user</cp:lastModifiedBy>
  <cp:revision>320</cp:revision>
  <dcterms:created xsi:type="dcterms:W3CDTF">2017-06-15T12:10:59Z</dcterms:created>
  <dcterms:modified xsi:type="dcterms:W3CDTF">2019-01-04T07:52:35Z</dcterms:modified>
</cp:coreProperties>
</file>